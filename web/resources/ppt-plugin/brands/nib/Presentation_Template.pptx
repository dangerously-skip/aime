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4"/>
    <p:sldMasterId id="2147483688" r:id="rId5"/>
    <p:sldMasterId id="2147483672" r:id="rId6"/>
    <p:sldMasterId id="2147483678" r:id="rId7"/>
  </p:sldMasterIdLst>
  <p:notesMasterIdLst>
    <p:notesMasterId r:id="rId26"/>
  </p:notesMasterIdLst>
  <p:handoutMasterIdLst>
    <p:handoutMasterId r:id="rId27"/>
  </p:handoutMasterIdLst>
  <p:sldIdLst>
    <p:sldId id="256" r:id="rId8"/>
    <p:sldId id="300" r:id="rId9"/>
    <p:sldId id="267" r:id="rId10"/>
    <p:sldId id="268" r:id="rId11"/>
    <p:sldId id="269" r:id="rId12"/>
    <p:sldId id="301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63" r:id="rId24"/>
    <p:sldId id="26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9B40701-A659-169B-BA8E-9ABFCEE9C126}" name="Cate McNeil" initials="CM" userId="S::c.mcneil@nib.com.au::152174c2-78c5-4ddb-8126-3a55f471385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B37"/>
    <a:srgbClr val="F5F0D7"/>
    <a:srgbClr val="BDD7B2"/>
    <a:srgbClr val="3F5A69"/>
    <a:srgbClr val="82E678"/>
    <a:srgbClr val="F5F2D4"/>
    <a:srgbClr val="EDD2B4"/>
    <a:srgbClr val="FFFFFF"/>
    <a:srgbClr val="EBD2B4"/>
    <a:srgbClr val="F9F7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6BD94C-E940-974F-ACA4-3C3F4C5D51AE}" v="1" dt="2025-06-12T02:54:34.2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565F71-EE8F-44B3-8F9F-4A115683D7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84A7FA-02E8-4028-8037-3BCB1C66A2C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F5BDDF-7709-4804-AED5-EBFB78A06C55}" type="datetimeFigureOut">
              <a:rPr lang="en-AU" smtClean="0"/>
              <a:t>21/12/2025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48475F-D974-4FAA-8E49-B283E78C31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826EB6-B024-4802-946D-C7E8EC39CD1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944BE4-9840-4530-920A-1DAC3D10251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09246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B2E428-782D-0A4B-922F-DA9440D1E10E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D4B372-A41D-8849-98F2-9EDE43C2F2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62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4B372-A41D-8849-98F2-9EDE43C2F29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864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4B372-A41D-8849-98F2-9EDE43C2F29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559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CB46F-DD6B-4E08-B20C-31353E727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600" y="1506472"/>
            <a:ext cx="11412000" cy="381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1647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388938" y="1526400"/>
            <a:ext cx="5342400" cy="3821326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Content Placeholder 4"/>
          <p:cNvSpPr>
            <a:spLocks noGrp="1"/>
          </p:cNvSpPr>
          <p:nvPr>
            <p:ph sz="quarter" idx="11"/>
          </p:nvPr>
        </p:nvSpPr>
        <p:spPr>
          <a:xfrm>
            <a:off x="6105600" y="1526400"/>
            <a:ext cx="5342400" cy="3809875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8433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388938" y="1526400"/>
            <a:ext cx="3052800" cy="3821326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Content Placeholder 4"/>
          <p:cNvSpPr>
            <a:spLocks noGrp="1"/>
          </p:cNvSpPr>
          <p:nvPr>
            <p:ph sz="quarter" idx="11"/>
          </p:nvPr>
        </p:nvSpPr>
        <p:spPr>
          <a:xfrm>
            <a:off x="3816000" y="1526400"/>
            <a:ext cx="7653922" cy="3809875"/>
          </a:xfrm>
        </p:spPr>
        <p:txBody>
          <a:bodyPr/>
          <a:lstStyle>
            <a:lvl4pPr marL="0" indent="0">
              <a:buNone/>
              <a:defRPr/>
            </a:lvl4pPr>
            <a:lvl5pPr marL="180000" indent="0">
              <a:buNone/>
              <a:defRPr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248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sight True Green Warm 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BEACC14-42E0-A844-A68A-0C00DD818086}"/>
              </a:ext>
            </a:extLst>
          </p:cNvPr>
          <p:cNvSpPr/>
          <p:nvPr userDrawn="1"/>
        </p:nvSpPr>
        <p:spPr>
          <a:xfrm>
            <a:off x="4219508" y="0"/>
            <a:ext cx="797249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4219508" cy="6858000"/>
          </a:xfrm>
          <a:prstGeom prst="rect">
            <a:avLst/>
          </a:prstGeom>
          <a:solidFill>
            <a:srgbClr val="82E6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CB46F-DD6B-4E08-B20C-31353E727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9200" y="739302"/>
            <a:ext cx="7074535" cy="57336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20000"/>
              </a:lnSpc>
              <a:spcAft>
                <a:spcPts val="600"/>
              </a:spcAft>
              <a:defRPr>
                <a:latin typeface="+mj-lt"/>
              </a:defRPr>
            </a:lvl1pPr>
            <a:lvl2pPr marL="0">
              <a:lnSpc>
                <a:spcPct val="120000"/>
              </a:lnSpc>
              <a:defRPr/>
            </a:lvl2pPr>
            <a:lvl3pPr marL="0" indent="-180000">
              <a:lnSpc>
                <a:spcPct val="120000"/>
              </a:lnSpc>
              <a:buFont typeface="Arial" panose="020B0604020202020204" pitchFamily="34" charset="0"/>
              <a:buChar char="•"/>
              <a:defRPr/>
            </a:lvl3pPr>
            <a:lvl4pPr marL="360000" indent="-180000">
              <a:lnSpc>
                <a:spcPct val="120000"/>
              </a:lnSpc>
              <a:buFont typeface="Arial" panose="020B0604020202020204" pitchFamily="34" charset="0"/>
              <a:buChar char="•"/>
              <a:defRPr/>
            </a:lvl4pPr>
            <a:lvl5pPr marL="540000" indent="-180000">
              <a:lnSpc>
                <a:spcPct val="120000"/>
              </a:lnSpc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2EF3B1-8EC7-A54E-BBD8-31D6A462F2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457" y="101255"/>
            <a:ext cx="1776378" cy="177637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F274165C-1273-D64F-81E3-1989AEE03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600" y="2247088"/>
            <a:ext cx="3434401" cy="2675107"/>
          </a:xfrm>
        </p:spPr>
        <p:txBody>
          <a:bodyPr wrap="square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AF4080-10C1-FE44-9B3D-FE43091247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00" y="6107729"/>
            <a:ext cx="1107041" cy="36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690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7486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 True Green Warm 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BEACC14-42E0-A844-A68A-0C00DD818086}"/>
              </a:ext>
            </a:extLst>
          </p:cNvPr>
          <p:cNvSpPr/>
          <p:nvPr userDrawn="1"/>
        </p:nvSpPr>
        <p:spPr>
          <a:xfrm>
            <a:off x="4219508" y="0"/>
            <a:ext cx="797249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4219508" cy="6858000"/>
          </a:xfrm>
          <a:prstGeom prst="rect">
            <a:avLst/>
          </a:prstGeom>
          <a:solidFill>
            <a:srgbClr val="82E6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CB46F-DD6B-4E08-B20C-31353E727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9200" y="739302"/>
            <a:ext cx="7074535" cy="57336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20000"/>
              </a:lnSpc>
              <a:spcAft>
                <a:spcPts val="600"/>
              </a:spcAft>
              <a:defRPr>
                <a:latin typeface="+mj-lt"/>
              </a:defRPr>
            </a:lvl1pPr>
            <a:lvl2pPr marL="0">
              <a:lnSpc>
                <a:spcPct val="120000"/>
              </a:lnSpc>
              <a:defRPr/>
            </a:lvl2pPr>
            <a:lvl3pPr marL="0" indent="-180000">
              <a:lnSpc>
                <a:spcPct val="120000"/>
              </a:lnSpc>
              <a:buFont typeface="Arial" panose="020B0604020202020204" pitchFamily="34" charset="0"/>
              <a:buChar char="•"/>
              <a:defRPr/>
            </a:lvl3pPr>
            <a:lvl4pPr marL="360000" indent="-180000">
              <a:lnSpc>
                <a:spcPct val="120000"/>
              </a:lnSpc>
              <a:buFont typeface="Arial" panose="020B0604020202020204" pitchFamily="34" charset="0"/>
              <a:buChar char="•"/>
              <a:defRPr/>
            </a:lvl4pPr>
            <a:lvl5pPr marL="540000" indent="-180000">
              <a:lnSpc>
                <a:spcPct val="120000"/>
              </a:lnSpc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2EF3B1-8EC7-A54E-BBD8-31D6A462F2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457" y="101255"/>
            <a:ext cx="1776378" cy="177637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F274165C-1273-D64F-81E3-1989AEE03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600" y="2247088"/>
            <a:ext cx="3434401" cy="2675107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13C8FD-99D0-EF4A-B2EF-8FF9B4EA0ED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00" y="6107729"/>
            <a:ext cx="1107041" cy="36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229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 True Green 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4219508" y="0"/>
            <a:ext cx="797249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600" y="2247088"/>
            <a:ext cx="3434401" cy="2675107"/>
          </a:xfrm>
        </p:spPr>
        <p:txBody>
          <a:bodyPr/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CB46F-DD6B-4E08-B20C-31353E727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9200" y="739302"/>
            <a:ext cx="7074535" cy="57336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20000"/>
              </a:lnSpc>
              <a:spcAft>
                <a:spcPts val="600"/>
              </a:spcAft>
              <a:defRPr>
                <a:latin typeface="+mj-lt"/>
              </a:defRPr>
            </a:lvl1pPr>
            <a:lvl2pPr marL="0">
              <a:lnSpc>
                <a:spcPct val="120000"/>
              </a:lnSpc>
              <a:defRPr/>
            </a:lvl2pPr>
            <a:lvl3pPr marL="0" indent="-180000">
              <a:lnSpc>
                <a:spcPct val="120000"/>
              </a:lnSpc>
              <a:buFont typeface="Arial" panose="020B0604020202020204" pitchFamily="34" charset="0"/>
              <a:buChar char="•"/>
              <a:defRPr/>
            </a:lvl3pPr>
            <a:lvl4pPr marL="360000" indent="-180000">
              <a:lnSpc>
                <a:spcPct val="120000"/>
              </a:lnSpc>
              <a:buFont typeface="Arial" panose="020B0604020202020204" pitchFamily="34" charset="0"/>
              <a:buChar char="•"/>
              <a:defRPr/>
            </a:lvl4pPr>
            <a:lvl5pPr marL="540000" indent="-180000">
              <a:lnSpc>
                <a:spcPct val="120000"/>
              </a:lnSpc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457" y="101255"/>
            <a:ext cx="1776378" cy="17763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0BD27C-EDA8-EA4E-971C-43644C9C2C9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26" y="6099828"/>
            <a:ext cx="1085216" cy="373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76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 Sage Warm Whit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4219508" y="0"/>
            <a:ext cx="7972492" cy="6858000"/>
          </a:xfrm>
          <a:prstGeom prst="rect">
            <a:avLst/>
          </a:prstGeom>
          <a:solidFill>
            <a:srgbClr val="F5F0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600" y="2247088"/>
            <a:ext cx="3434401" cy="2675107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Rectangle 3"/>
          <p:cNvSpPr/>
          <p:nvPr userDrawn="1"/>
        </p:nvSpPr>
        <p:spPr>
          <a:xfrm>
            <a:off x="0" y="5322472"/>
            <a:ext cx="4219508" cy="153552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CB46F-DD6B-4E08-B20C-31353E727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9200" y="739302"/>
            <a:ext cx="7074535" cy="57336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20000"/>
              </a:lnSpc>
              <a:spcAft>
                <a:spcPts val="600"/>
              </a:spcAft>
              <a:defRPr>
                <a:latin typeface="+mj-lt"/>
              </a:defRPr>
            </a:lvl1pPr>
            <a:lvl2pPr marL="0">
              <a:lnSpc>
                <a:spcPct val="120000"/>
              </a:lnSpc>
              <a:defRPr/>
            </a:lvl2pPr>
            <a:lvl3pPr marL="0" indent="-180000">
              <a:lnSpc>
                <a:spcPct val="120000"/>
              </a:lnSpc>
              <a:buFont typeface="Arial" panose="020B0604020202020204" pitchFamily="34" charset="0"/>
              <a:buChar char="•"/>
              <a:defRPr/>
            </a:lvl3pPr>
            <a:lvl4pPr marL="360000" indent="-180000">
              <a:lnSpc>
                <a:spcPct val="120000"/>
              </a:lnSpc>
              <a:buFont typeface="Arial" panose="020B0604020202020204" pitchFamily="34" charset="0"/>
              <a:buChar char="•"/>
              <a:defRPr/>
            </a:lvl4pPr>
            <a:lvl5pPr marL="540000" indent="-180000">
              <a:lnSpc>
                <a:spcPct val="120000"/>
              </a:lnSpc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457" y="101255"/>
            <a:ext cx="1776378" cy="17763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1D0956-A003-4C44-B31B-0238521998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26" y="6099828"/>
            <a:ext cx="1085216" cy="373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888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sight Sage Warm Whit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501F0C6-2366-7D47-A8AB-5D6535E36F4E}"/>
              </a:ext>
            </a:extLst>
          </p:cNvPr>
          <p:cNvSpPr/>
          <p:nvPr userDrawn="1"/>
        </p:nvSpPr>
        <p:spPr>
          <a:xfrm>
            <a:off x="4219508" y="0"/>
            <a:ext cx="797249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4219508" cy="6858000"/>
          </a:xfrm>
          <a:prstGeom prst="rect">
            <a:avLst/>
          </a:prstGeom>
          <a:solidFill>
            <a:srgbClr val="F5F0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600" y="2247088"/>
            <a:ext cx="3434401" cy="2675107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CB46F-DD6B-4E08-B20C-31353E727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9200" y="739302"/>
            <a:ext cx="7074535" cy="57336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20000"/>
              </a:lnSpc>
              <a:spcAft>
                <a:spcPts val="600"/>
              </a:spcAft>
              <a:defRPr>
                <a:latin typeface="+mj-lt"/>
              </a:defRPr>
            </a:lvl1pPr>
            <a:lvl2pPr marL="0">
              <a:lnSpc>
                <a:spcPct val="120000"/>
              </a:lnSpc>
              <a:defRPr/>
            </a:lvl2pPr>
            <a:lvl3pPr marL="0" indent="-180000">
              <a:lnSpc>
                <a:spcPct val="120000"/>
              </a:lnSpc>
              <a:buFont typeface="Arial" panose="020B0604020202020204" pitchFamily="34" charset="0"/>
              <a:buChar char="•"/>
              <a:defRPr/>
            </a:lvl3pPr>
            <a:lvl4pPr marL="360000" indent="-180000">
              <a:lnSpc>
                <a:spcPct val="120000"/>
              </a:lnSpc>
              <a:buFont typeface="Arial" panose="020B0604020202020204" pitchFamily="34" charset="0"/>
              <a:buChar char="•"/>
              <a:defRPr/>
            </a:lvl4pPr>
            <a:lvl5pPr marL="540000" indent="-180000">
              <a:lnSpc>
                <a:spcPct val="120000"/>
              </a:lnSpc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457" y="101255"/>
            <a:ext cx="1776378" cy="17763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C07096E-06C4-A543-96D2-4B0CB3A43F5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00" y="6107729"/>
            <a:ext cx="1107041" cy="36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659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 Sage Whit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4219508" y="0"/>
            <a:ext cx="797249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600" y="2247088"/>
            <a:ext cx="3434401" cy="2675107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Rectangle 3"/>
          <p:cNvSpPr/>
          <p:nvPr userDrawn="1"/>
        </p:nvSpPr>
        <p:spPr>
          <a:xfrm>
            <a:off x="0" y="5322472"/>
            <a:ext cx="4219508" cy="153552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CB46F-DD6B-4E08-B20C-31353E727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9200" y="739302"/>
            <a:ext cx="7074535" cy="57336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20000"/>
              </a:lnSpc>
              <a:spcAft>
                <a:spcPts val="600"/>
              </a:spcAft>
              <a:defRPr>
                <a:latin typeface="+mj-lt"/>
              </a:defRPr>
            </a:lvl1pPr>
            <a:lvl2pPr marL="0">
              <a:lnSpc>
                <a:spcPct val="120000"/>
              </a:lnSpc>
              <a:defRPr/>
            </a:lvl2pPr>
            <a:lvl3pPr marL="0" indent="-180000">
              <a:lnSpc>
                <a:spcPct val="120000"/>
              </a:lnSpc>
              <a:buFont typeface="Arial" panose="020B0604020202020204" pitchFamily="34" charset="0"/>
              <a:buChar char="•"/>
              <a:defRPr/>
            </a:lvl3pPr>
            <a:lvl4pPr marL="360000" indent="-180000">
              <a:lnSpc>
                <a:spcPct val="120000"/>
              </a:lnSpc>
              <a:buFont typeface="Arial" panose="020B0604020202020204" pitchFamily="34" charset="0"/>
              <a:buChar char="•"/>
              <a:defRPr/>
            </a:lvl4pPr>
            <a:lvl5pPr marL="540000" indent="-180000">
              <a:lnSpc>
                <a:spcPct val="120000"/>
              </a:lnSpc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457" y="101255"/>
            <a:ext cx="1776378" cy="17763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AB91D9-8C19-9643-A85D-535B1A6023E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26" y="6099828"/>
            <a:ext cx="1085216" cy="373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504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sight Sage Whit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4219508" y="0"/>
            <a:ext cx="797249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600" y="2247088"/>
            <a:ext cx="3434401" cy="2675107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CB46F-DD6B-4E08-B20C-31353E727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9200" y="739302"/>
            <a:ext cx="7074535" cy="57336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20000"/>
              </a:lnSpc>
              <a:spcAft>
                <a:spcPts val="600"/>
              </a:spcAft>
              <a:defRPr>
                <a:latin typeface="+mj-lt"/>
              </a:defRPr>
            </a:lvl1pPr>
            <a:lvl2pPr marL="0">
              <a:lnSpc>
                <a:spcPct val="120000"/>
              </a:lnSpc>
              <a:defRPr/>
            </a:lvl2pPr>
            <a:lvl3pPr marL="0" indent="-180000">
              <a:lnSpc>
                <a:spcPct val="120000"/>
              </a:lnSpc>
              <a:buFont typeface="Arial" panose="020B0604020202020204" pitchFamily="34" charset="0"/>
              <a:buChar char="•"/>
              <a:defRPr/>
            </a:lvl3pPr>
            <a:lvl4pPr marL="360000" indent="-180000">
              <a:lnSpc>
                <a:spcPct val="120000"/>
              </a:lnSpc>
              <a:buFont typeface="Arial" panose="020B0604020202020204" pitchFamily="34" charset="0"/>
              <a:buChar char="•"/>
              <a:defRPr/>
            </a:lvl4pPr>
            <a:lvl5pPr marL="540000" indent="-180000">
              <a:lnSpc>
                <a:spcPct val="120000"/>
              </a:lnSpc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457" y="101255"/>
            <a:ext cx="1776378" cy="17763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F4B0EB-CFB0-214C-A30C-9A4A41008EA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00" y="6107729"/>
            <a:ext cx="1107041" cy="36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21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 Sunset Pink White">
    <p:bg>
      <p:bgPr>
        <a:solidFill>
          <a:srgbClr val="EBD2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4219508" y="0"/>
            <a:ext cx="797249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600" y="2247088"/>
            <a:ext cx="3434401" cy="2675107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Rectangle 3"/>
          <p:cNvSpPr/>
          <p:nvPr userDrawn="1"/>
        </p:nvSpPr>
        <p:spPr>
          <a:xfrm>
            <a:off x="0" y="5322472"/>
            <a:ext cx="4219508" cy="153552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CB46F-DD6B-4E08-B20C-31353E727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9200" y="739302"/>
            <a:ext cx="7074535" cy="57336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20000"/>
              </a:lnSpc>
              <a:spcAft>
                <a:spcPts val="600"/>
              </a:spcAft>
              <a:defRPr>
                <a:latin typeface="+mj-lt"/>
              </a:defRPr>
            </a:lvl1pPr>
            <a:lvl2pPr marL="0">
              <a:lnSpc>
                <a:spcPct val="120000"/>
              </a:lnSpc>
              <a:defRPr/>
            </a:lvl2pPr>
            <a:lvl3pPr marL="0" indent="-180000">
              <a:lnSpc>
                <a:spcPct val="120000"/>
              </a:lnSpc>
              <a:buFont typeface="Arial" panose="020B0604020202020204" pitchFamily="34" charset="0"/>
              <a:buChar char="•"/>
              <a:defRPr/>
            </a:lvl3pPr>
            <a:lvl4pPr marL="360000" indent="-180000">
              <a:lnSpc>
                <a:spcPct val="120000"/>
              </a:lnSpc>
              <a:buFont typeface="Arial" panose="020B0604020202020204" pitchFamily="34" charset="0"/>
              <a:buChar char="•"/>
              <a:defRPr/>
            </a:lvl4pPr>
            <a:lvl5pPr marL="540000" indent="-180000">
              <a:lnSpc>
                <a:spcPct val="120000"/>
              </a:lnSpc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457" y="101255"/>
            <a:ext cx="1776378" cy="17763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52C38B-80C8-1F45-A893-1E3341BC21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26" y="6099828"/>
            <a:ext cx="1085216" cy="373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4945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sight Sunset Pink White">
    <p:bg>
      <p:bgPr>
        <a:solidFill>
          <a:srgbClr val="EBD2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4219508" y="0"/>
            <a:ext cx="797249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600" y="2247088"/>
            <a:ext cx="3434401" cy="2675107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CB46F-DD6B-4E08-B20C-31353E727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9200" y="739302"/>
            <a:ext cx="7074535" cy="57336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ct val="120000"/>
              </a:lnSpc>
              <a:spcAft>
                <a:spcPts val="600"/>
              </a:spcAft>
              <a:defRPr>
                <a:latin typeface="+mj-lt"/>
              </a:defRPr>
            </a:lvl1pPr>
            <a:lvl2pPr marL="0">
              <a:lnSpc>
                <a:spcPct val="120000"/>
              </a:lnSpc>
              <a:defRPr/>
            </a:lvl2pPr>
            <a:lvl3pPr marL="0" indent="-180000">
              <a:lnSpc>
                <a:spcPct val="120000"/>
              </a:lnSpc>
              <a:buFont typeface="Arial" panose="020B0604020202020204" pitchFamily="34" charset="0"/>
              <a:buChar char="•"/>
              <a:defRPr/>
            </a:lvl3pPr>
            <a:lvl4pPr marL="360000" indent="-180000">
              <a:lnSpc>
                <a:spcPct val="120000"/>
              </a:lnSpc>
              <a:buFont typeface="Arial" panose="020B0604020202020204" pitchFamily="34" charset="0"/>
              <a:buChar char="•"/>
              <a:defRPr/>
            </a:lvl4pPr>
            <a:lvl5pPr marL="540000" indent="-180000">
              <a:lnSpc>
                <a:spcPct val="120000"/>
              </a:lnSpc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457" y="101255"/>
            <a:ext cx="1776378" cy="17763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917254-7A34-0B42-B272-610D8E7BC02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00" y="6107729"/>
            <a:ext cx="1107041" cy="36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5734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unset Pink">
    <p:bg>
      <p:bgPr>
        <a:solidFill>
          <a:srgbClr val="EBD2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9620" y="34907"/>
            <a:ext cx="2128260" cy="21282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BA63EB-02CC-7549-A0B3-148378FEEA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6409" y="6225951"/>
            <a:ext cx="1107041" cy="36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600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arm White">
    <p:bg>
      <p:bgPr>
        <a:solidFill>
          <a:srgbClr val="F5F0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9620" y="34907"/>
            <a:ext cx="2128260" cy="21282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4547BE-9B61-0543-9456-99D9C3810B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6409" y="6225951"/>
            <a:ext cx="1107041" cy="36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4275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ag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9620" y="34907"/>
            <a:ext cx="2128260" cy="21282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FF2521-B11E-2A44-B8E6-92D903F0FC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6409" y="6225951"/>
            <a:ext cx="1107041" cy="36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3659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right Green">
    <p:bg>
      <p:bgPr>
        <a:solidFill>
          <a:srgbClr val="82E6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9620" y="34907"/>
            <a:ext cx="2128260" cy="21282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0ECA8F-43D7-D247-8653-58294C94E31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6409" y="6225951"/>
            <a:ext cx="1107041" cy="36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9362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ue Gree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2E678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9620" y="34907"/>
            <a:ext cx="2128260" cy="21282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6409" y="6215068"/>
            <a:ext cx="1107041" cy="38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1665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rue Gree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8730304" y="1"/>
            <a:ext cx="3461696" cy="3461696"/>
          </a:xfrm>
          <a:prstGeom prst="rect">
            <a:avLst/>
          </a:prstGeom>
          <a:solidFill>
            <a:srgbClr val="F5F0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236" y="-197893"/>
            <a:ext cx="3837593" cy="38375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602" y="1918678"/>
            <a:ext cx="7250400" cy="1495794"/>
          </a:xfrm>
        </p:spPr>
        <p:txBody>
          <a:bodyPr>
            <a:sp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787" y="5711588"/>
            <a:ext cx="2227670" cy="765847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77825" y="3414714"/>
            <a:ext cx="7254875" cy="450687"/>
          </a:xfrm>
          <a:prstGeom prst="rect">
            <a:avLst/>
          </a:prstGeom>
        </p:spPr>
        <p:txBody>
          <a:bodyPr lIns="0" tIns="108000" rIns="0">
            <a:spAutoFit/>
          </a:bodyPr>
          <a:lstStyle>
            <a:lvl1pPr>
              <a:defRPr sz="1600" b="0">
                <a:solidFill>
                  <a:schemeClr val="bg1"/>
                </a:solidFill>
              </a:defRPr>
            </a:lvl1pPr>
            <a:lvl4pPr marL="0" indent="0">
              <a:buNone/>
              <a:defRPr/>
            </a:lvl4pPr>
            <a:lvl5pPr marL="180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8728432" y="3461698"/>
            <a:ext cx="3463200" cy="3396302"/>
          </a:xfrm>
          <a:prstGeom prst="rect">
            <a:avLst/>
          </a:prstGeom>
          <a:solidFill>
            <a:srgbClr val="82E6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06358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ag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8730304" y="1"/>
            <a:ext cx="3461696" cy="346169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236" y="-197893"/>
            <a:ext cx="3837593" cy="38375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602" y="1918678"/>
            <a:ext cx="7250400" cy="1495794"/>
          </a:xfrm>
        </p:spPr>
        <p:txBody>
          <a:bodyPr>
            <a:sp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9" y="5711588"/>
            <a:ext cx="2293247" cy="765847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77825" y="3414714"/>
            <a:ext cx="7254875" cy="450687"/>
          </a:xfrm>
          <a:prstGeom prst="rect">
            <a:avLst/>
          </a:prstGeom>
        </p:spPr>
        <p:txBody>
          <a:bodyPr lIns="0" tIns="108000" rIns="0">
            <a:spAutoFit/>
          </a:bodyPr>
          <a:lstStyle>
            <a:lvl1pPr>
              <a:defRPr sz="1600" b="0">
                <a:latin typeface="+mn-lt"/>
              </a:defRPr>
            </a:lvl1pPr>
            <a:lvl4pPr marL="0" indent="0">
              <a:buNone/>
              <a:defRPr/>
            </a:lvl4pPr>
            <a:lvl5pPr marL="180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8728432" y="3461698"/>
            <a:ext cx="3463200" cy="3396302"/>
          </a:xfrm>
          <a:prstGeom prst="rect">
            <a:avLst/>
          </a:prstGeom>
          <a:solidFill>
            <a:srgbClr val="F5F0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72559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arm White">
    <p:bg>
      <p:bgPr>
        <a:solidFill>
          <a:srgbClr val="F5F0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8730304" y="1"/>
            <a:ext cx="3461696" cy="346169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236" y="-197893"/>
            <a:ext cx="3837593" cy="38375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602" y="1918678"/>
            <a:ext cx="7250400" cy="1495794"/>
          </a:xfrm>
        </p:spPr>
        <p:txBody>
          <a:bodyPr>
            <a:sp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9" y="5711588"/>
            <a:ext cx="2293247" cy="765847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77825" y="3414714"/>
            <a:ext cx="7254875" cy="450687"/>
          </a:xfrm>
          <a:prstGeom prst="rect">
            <a:avLst/>
          </a:prstGeom>
        </p:spPr>
        <p:txBody>
          <a:bodyPr lIns="0" tIns="108000" rIns="0">
            <a:spAutoFit/>
          </a:bodyPr>
          <a:lstStyle>
            <a:lvl1pPr>
              <a:defRPr sz="1600" b="0"/>
            </a:lvl1pPr>
            <a:lvl4pPr marL="0" indent="0">
              <a:buNone/>
              <a:defRPr/>
            </a:lvl4pPr>
            <a:lvl5pPr marL="180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8728432" y="3461698"/>
            <a:ext cx="3463200" cy="3396302"/>
          </a:xfrm>
          <a:prstGeom prst="rect">
            <a:avLst/>
          </a:prstGeom>
          <a:solidFill>
            <a:srgbClr val="82E6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85457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nset Pink">
    <p:bg>
      <p:bgPr>
        <a:solidFill>
          <a:srgbClr val="EBD2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8730304" y="1"/>
            <a:ext cx="3461696" cy="346169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236" y="-197893"/>
            <a:ext cx="3837593" cy="38375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602" y="1918678"/>
            <a:ext cx="7250400" cy="1495794"/>
          </a:xfrm>
        </p:spPr>
        <p:txBody>
          <a:bodyPr>
            <a:sp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9" y="5711588"/>
            <a:ext cx="2293247" cy="765847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77825" y="3414714"/>
            <a:ext cx="7254875" cy="450687"/>
          </a:xfrm>
          <a:prstGeom prst="rect">
            <a:avLst/>
          </a:prstGeom>
        </p:spPr>
        <p:txBody>
          <a:bodyPr lIns="0" tIns="108000" rIns="0">
            <a:spAutoFit/>
          </a:bodyPr>
          <a:lstStyle>
            <a:lvl1pPr>
              <a:defRPr sz="1600" b="0"/>
            </a:lvl1pPr>
            <a:lvl4pPr marL="0" indent="0">
              <a:buNone/>
              <a:defRPr/>
            </a:lvl4pPr>
            <a:lvl5pPr marL="180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8728432" y="3461698"/>
            <a:ext cx="3463200" cy="3396302"/>
          </a:xfrm>
          <a:prstGeom prst="rect">
            <a:avLst/>
          </a:prstGeom>
          <a:solidFill>
            <a:srgbClr val="F5F0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81145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right Green">
    <p:bg>
      <p:bgPr>
        <a:solidFill>
          <a:srgbClr val="82E6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8730304" y="1"/>
            <a:ext cx="3461696" cy="3461696"/>
          </a:xfrm>
          <a:prstGeom prst="rect">
            <a:avLst/>
          </a:prstGeom>
          <a:solidFill>
            <a:srgbClr val="F5F0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236" y="-197893"/>
            <a:ext cx="3837593" cy="38375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602" y="1918678"/>
            <a:ext cx="7250400" cy="1495794"/>
          </a:xfrm>
        </p:spPr>
        <p:txBody>
          <a:bodyPr>
            <a:sp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9" y="5711588"/>
            <a:ext cx="2293247" cy="765847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77825" y="3414714"/>
            <a:ext cx="7254875" cy="450687"/>
          </a:xfrm>
          <a:prstGeom prst="rect">
            <a:avLst/>
          </a:prstGeom>
        </p:spPr>
        <p:txBody>
          <a:bodyPr lIns="0" tIns="108000" rIns="0">
            <a:spAutoFit/>
          </a:bodyPr>
          <a:lstStyle>
            <a:lvl1pPr>
              <a:defRPr sz="1600" b="0"/>
            </a:lvl1pPr>
            <a:lvl4pPr marL="0" indent="0">
              <a:buNone/>
              <a:defRPr/>
            </a:lvl4pPr>
            <a:lvl5pPr marL="180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8728432" y="3461698"/>
            <a:ext cx="3463200" cy="339630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9085632" y="5992269"/>
            <a:ext cx="2714019" cy="514350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>
                <a:solidFill>
                  <a:srgbClr val="82E678"/>
                </a:solidFill>
                <a:latin typeface="+mj-lt"/>
              </a:defRPr>
            </a:lvl1pPr>
            <a:lvl2pPr>
              <a:defRPr>
                <a:solidFill>
                  <a:srgbClr val="82E678"/>
                </a:solidFill>
              </a:defRPr>
            </a:lvl2pPr>
            <a:lvl3pPr>
              <a:defRPr>
                <a:solidFill>
                  <a:srgbClr val="82E678"/>
                </a:solidFill>
              </a:defRPr>
            </a:lvl3pPr>
            <a:lvl4pPr>
              <a:defRPr>
                <a:solidFill>
                  <a:srgbClr val="82E678"/>
                </a:solidFill>
              </a:defRPr>
            </a:lvl4pPr>
            <a:lvl5pPr>
              <a:defRPr>
                <a:solidFill>
                  <a:srgbClr val="82E678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169886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9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E51F67-CDD8-47F6-B095-C2308BA3F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600" y="365125"/>
            <a:ext cx="11100520" cy="759747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CB46F-DD6B-4E08-B20C-31353E727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600" y="1526400"/>
            <a:ext cx="11100520" cy="37960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6409" y="6225951"/>
            <a:ext cx="1107041" cy="369705"/>
          </a:xfrm>
          <a:prstGeom prst="rect">
            <a:avLst/>
          </a:prstGeom>
        </p:spPr>
      </p:pic>
      <p:sp>
        <p:nvSpPr>
          <p:cNvPr id="7" name="MSIPCMContentMarking" descr="{&quot;HashCode&quot;:1966365022,&quot;Placement&quot;:&quot;Footer&quot;,&quot;Top&quot;:519.343,&quot;Left&quot;:0.0,&quot;SlideWidth&quot;:960,&quot;SlideHeight&quot;:540}">
            <a:extLst>
              <a:ext uri="{FF2B5EF4-FFF2-40B4-BE49-F238E27FC236}">
                <a16:creationId xmlns:a16="http://schemas.microsoft.com/office/drawing/2014/main" id="{7A873E44-3C22-4085-821F-71690773F020}"/>
              </a:ext>
            </a:extLst>
          </p:cNvPr>
          <p:cNvSpPr txBox="1"/>
          <p:nvPr userDrawn="1"/>
        </p:nvSpPr>
        <p:spPr>
          <a:xfrm>
            <a:off x="0" y="6595656"/>
            <a:ext cx="5039520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AU" sz="1000">
                <a:solidFill>
                  <a:srgbClr val="000000"/>
                </a:solidFill>
                <a:latin typeface="Calibri" panose="020F0502020204030204" pitchFamily="34" charset="0"/>
              </a:rPr>
              <a:t>This document has been marked with a sensitivity label of Internal Use Only by nib Group.</a:t>
            </a:r>
          </a:p>
        </p:txBody>
      </p:sp>
    </p:spTree>
    <p:extLst>
      <p:ext uri="{BB962C8B-B14F-4D97-AF65-F5344CB8AC3E}">
        <p14:creationId xmlns:p14="http://schemas.microsoft.com/office/powerpoint/2010/main" val="2081039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715" r:id="rId4"/>
    <p:sldLayoutId id="214748371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500"/>
        </a:spcBef>
        <a:buFontTx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-180000" algn="l" defTabSz="914400" rtl="0" eaLnBrk="1" latinLnBrk="0" hangingPunct="1">
        <a:lnSpc>
          <a:spcPct val="120000"/>
        </a:lnSpc>
        <a:spcBef>
          <a:spcPts val="2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360000" indent="-180000" algn="l" defTabSz="914400" rtl="0" eaLnBrk="1" latinLnBrk="0" hangingPunct="1">
        <a:lnSpc>
          <a:spcPct val="120000"/>
        </a:lnSpc>
        <a:spcBef>
          <a:spcPts val="2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/>
          <p:cNvGrpSpPr/>
          <p:nvPr userDrawn="1"/>
        </p:nvGrpSpPr>
        <p:grpSpPr>
          <a:xfrm flipV="1">
            <a:off x="0" y="361672"/>
            <a:ext cx="11829600" cy="6487200"/>
            <a:chOff x="0" y="0"/>
            <a:chExt cx="11829600" cy="6487200"/>
          </a:xfrm>
        </p:grpSpPr>
        <p:sp>
          <p:nvSpPr>
            <p:cNvPr id="8" name="Rectangle 7"/>
            <p:cNvSpPr/>
            <p:nvPr userDrawn="1"/>
          </p:nvSpPr>
          <p:spPr>
            <a:xfrm>
              <a:off x="1" y="0"/>
              <a:ext cx="381600" cy="3816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763201" y="0"/>
              <a:ext cx="381600" cy="3816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1526401" y="0"/>
              <a:ext cx="381600" cy="3816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2289601" y="0"/>
              <a:ext cx="381600" cy="3816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3052801" y="0"/>
              <a:ext cx="381600" cy="3816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3816001" y="0"/>
              <a:ext cx="381600" cy="3816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4579201" y="0"/>
              <a:ext cx="381600" cy="3816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5342401" y="0"/>
              <a:ext cx="381600" cy="3816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105601" y="0"/>
              <a:ext cx="381600" cy="3816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868801" y="0"/>
              <a:ext cx="381600" cy="3816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7632001" y="0"/>
              <a:ext cx="381600" cy="3816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8395200" y="0"/>
              <a:ext cx="381600" cy="3816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9158400" y="0"/>
              <a:ext cx="381600" cy="3816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9921600" y="0"/>
              <a:ext cx="381600" cy="3816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4" name="Rectangle 23"/>
            <p:cNvSpPr/>
            <p:nvPr userDrawn="1"/>
          </p:nvSpPr>
          <p:spPr>
            <a:xfrm>
              <a:off x="10684800" y="0"/>
              <a:ext cx="381600" cy="3816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5" name="Rectangle 24"/>
            <p:cNvSpPr/>
            <p:nvPr userDrawn="1"/>
          </p:nvSpPr>
          <p:spPr>
            <a:xfrm>
              <a:off x="11448000" y="0"/>
              <a:ext cx="381600" cy="3816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1" y="763200"/>
              <a:ext cx="381600" cy="3816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7" name="Rectangle 26"/>
            <p:cNvSpPr/>
            <p:nvPr userDrawn="1"/>
          </p:nvSpPr>
          <p:spPr>
            <a:xfrm>
              <a:off x="1" y="1526400"/>
              <a:ext cx="381600" cy="3816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1" y="2289600"/>
              <a:ext cx="381600" cy="3816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9" name="Rectangle 28"/>
            <p:cNvSpPr/>
            <p:nvPr userDrawn="1"/>
          </p:nvSpPr>
          <p:spPr>
            <a:xfrm>
              <a:off x="1" y="3052800"/>
              <a:ext cx="381600" cy="3816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0" name="Rectangle 29"/>
            <p:cNvSpPr/>
            <p:nvPr userDrawn="1"/>
          </p:nvSpPr>
          <p:spPr>
            <a:xfrm>
              <a:off x="0" y="3816000"/>
              <a:ext cx="381600" cy="3816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1" name="Rectangle 30"/>
            <p:cNvSpPr/>
            <p:nvPr userDrawn="1"/>
          </p:nvSpPr>
          <p:spPr>
            <a:xfrm>
              <a:off x="1" y="4579200"/>
              <a:ext cx="381600" cy="3816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1" y="5342400"/>
              <a:ext cx="381600" cy="3816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3" name="Rectangle 32"/>
            <p:cNvSpPr/>
            <p:nvPr userDrawn="1"/>
          </p:nvSpPr>
          <p:spPr>
            <a:xfrm>
              <a:off x="1" y="6105600"/>
              <a:ext cx="381600" cy="38160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E51F67-CDD8-47F6-B095-C2308BA3F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600" y="365125"/>
            <a:ext cx="3434401" cy="495734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4" name="MSIPCMContentMarking" descr="{&quot;HashCode&quot;:1966365022,&quot;Placement&quot;:&quot;Footer&quot;,&quot;Top&quot;:519.343,&quot;Left&quot;:0.0,&quot;SlideWidth&quot;:960,&quot;SlideHeight&quot;:540}">
            <a:extLst>
              <a:ext uri="{FF2B5EF4-FFF2-40B4-BE49-F238E27FC236}">
                <a16:creationId xmlns:a16="http://schemas.microsoft.com/office/drawing/2014/main" id="{7A873E44-3C22-4085-821F-71690773F020}"/>
              </a:ext>
            </a:extLst>
          </p:cNvPr>
          <p:cNvSpPr txBox="1"/>
          <p:nvPr userDrawn="1"/>
        </p:nvSpPr>
        <p:spPr>
          <a:xfrm>
            <a:off x="0" y="6595656"/>
            <a:ext cx="5039520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AU" sz="1000">
                <a:solidFill>
                  <a:srgbClr val="000000"/>
                </a:solidFill>
                <a:latin typeface="Calibri" panose="020F0502020204030204" pitchFamily="34" charset="0"/>
              </a:rPr>
              <a:t>This document has been marked with a sensitivity label of Internal Use Only by nib Group.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C3A75374-4931-6946-9487-279F1898BF1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559" y="6225951"/>
            <a:ext cx="1107041" cy="36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302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714" r:id="rId4"/>
    <p:sldLayoutId id="2147483693" r:id="rId5"/>
    <p:sldLayoutId id="2147483713" r:id="rId6"/>
    <p:sldLayoutId id="2147483692" r:id="rId7"/>
    <p:sldLayoutId id="2147483712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Tx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0000"/>
        </a:lnSpc>
        <a:spcBef>
          <a:spcPts val="700"/>
        </a:spcBef>
        <a:buFontTx/>
        <a:buNone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20000"/>
        </a:lnSpc>
        <a:spcBef>
          <a:spcPts val="7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-180000" algn="l" defTabSz="914400" rtl="0" eaLnBrk="1" latinLnBrk="0" hangingPunct="1">
        <a:lnSpc>
          <a:spcPct val="120000"/>
        </a:lnSpc>
        <a:spcBef>
          <a:spcPts val="35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360000" indent="-180000" algn="l" defTabSz="914400" rtl="0" eaLnBrk="1" latinLnBrk="0" hangingPunct="1">
        <a:lnSpc>
          <a:spcPct val="120000"/>
        </a:lnSpc>
        <a:spcBef>
          <a:spcPts val="35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E51F67-CDD8-47F6-B095-C2308BA3F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601" y="2974373"/>
            <a:ext cx="8013599" cy="49859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MSIPCMContentMarking" descr="{&quot;HashCode&quot;:1966365022,&quot;Placement&quot;:&quot;Footer&quot;,&quot;Top&quot;:519.343,&quot;Left&quot;:0.0,&quot;SlideWidth&quot;:960,&quot;SlideHeight&quot;:540}">
            <a:extLst>
              <a:ext uri="{FF2B5EF4-FFF2-40B4-BE49-F238E27FC236}">
                <a16:creationId xmlns:a16="http://schemas.microsoft.com/office/drawing/2014/main" id="{7A873E44-3C22-4085-821F-71690773F020}"/>
              </a:ext>
            </a:extLst>
          </p:cNvPr>
          <p:cNvSpPr txBox="1"/>
          <p:nvPr userDrawn="1"/>
        </p:nvSpPr>
        <p:spPr>
          <a:xfrm>
            <a:off x="0" y="6595656"/>
            <a:ext cx="5039520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AU" sz="1000">
                <a:solidFill>
                  <a:srgbClr val="000000"/>
                </a:solidFill>
                <a:latin typeface="Calibri" panose="020F0502020204030204" pitchFamily="34" charset="0"/>
              </a:rPr>
              <a:t>This document has been marked with a sensitivity label of Internal Use Only by nib Group.</a:t>
            </a:r>
          </a:p>
        </p:txBody>
      </p:sp>
    </p:spTree>
    <p:extLst>
      <p:ext uri="{BB962C8B-B14F-4D97-AF65-F5344CB8AC3E}">
        <p14:creationId xmlns:p14="http://schemas.microsoft.com/office/powerpoint/2010/main" val="2857612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6" r:id="rId3"/>
    <p:sldLayoutId id="2147483686" r:id="rId4"/>
    <p:sldLayoutId id="214748368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Tx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0000"/>
        </a:lnSpc>
        <a:spcBef>
          <a:spcPts val="700"/>
        </a:spcBef>
        <a:buFontTx/>
        <a:buNone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20000"/>
        </a:lnSpc>
        <a:spcBef>
          <a:spcPts val="7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-180000" algn="l" defTabSz="914400" rtl="0" eaLnBrk="1" latinLnBrk="0" hangingPunct="1">
        <a:lnSpc>
          <a:spcPct val="120000"/>
        </a:lnSpc>
        <a:spcBef>
          <a:spcPts val="35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360000" indent="-180000" algn="l" defTabSz="914400" rtl="0" eaLnBrk="1" latinLnBrk="0" hangingPunct="1">
        <a:lnSpc>
          <a:spcPct val="120000"/>
        </a:lnSpc>
        <a:spcBef>
          <a:spcPts val="35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E51F67-CDD8-47F6-B095-C2308BA3F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602" y="1918678"/>
            <a:ext cx="7250400" cy="1495794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MSIPCMContentMarking" descr="{&quot;HashCode&quot;:1966365022,&quot;Placement&quot;:&quot;Footer&quot;,&quot;Top&quot;:519.343,&quot;Left&quot;:0.0,&quot;SlideWidth&quot;:960,&quot;SlideHeight&quot;:540}">
            <a:extLst>
              <a:ext uri="{FF2B5EF4-FFF2-40B4-BE49-F238E27FC236}">
                <a16:creationId xmlns:a16="http://schemas.microsoft.com/office/drawing/2014/main" id="{33CEF7F0-48B6-482D-82A4-190ADA550C06}"/>
              </a:ext>
            </a:extLst>
          </p:cNvPr>
          <p:cNvSpPr txBox="1"/>
          <p:nvPr userDrawn="1"/>
        </p:nvSpPr>
        <p:spPr>
          <a:xfrm>
            <a:off x="0" y="6595656"/>
            <a:ext cx="5039520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AU" sz="1000">
                <a:solidFill>
                  <a:srgbClr val="000000"/>
                </a:solidFill>
                <a:latin typeface="Calibri" panose="020F0502020204030204" pitchFamily="34" charset="0"/>
              </a:rPr>
              <a:t>This document has been marked with a sensitivity label of Internal Use Only by nib Group.</a:t>
            </a:r>
          </a:p>
        </p:txBody>
      </p:sp>
    </p:spTree>
    <p:extLst>
      <p:ext uri="{BB962C8B-B14F-4D97-AF65-F5344CB8AC3E}">
        <p14:creationId xmlns:p14="http://schemas.microsoft.com/office/powerpoint/2010/main" val="696344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0" r:id="rId2"/>
    <p:sldLayoutId id="2147483684" r:id="rId3"/>
    <p:sldLayoutId id="2147483687" r:id="rId4"/>
    <p:sldLayoutId id="214748368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AU" sz="5400" b="1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Tx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0000"/>
        </a:lnSpc>
        <a:spcBef>
          <a:spcPts val="700"/>
        </a:spcBef>
        <a:buFontTx/>
        <a:buNone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20000"/>
        </a:lnSpc>
        <a:spcBef>
          <a:spcPts val="7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-180000" algn="l" defTabSz="914400" rtl="0" eaLnBrk="1" latinLnBrk="0" hangingPunct="1">
        <a:lnSpc>
          <a:spcPct val="120000"/>
        </a:lnSpc>
        <a:spcBef>
          <a:spcPts val="35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360000" indent="-180000" algn="l" defTabSz="914400" rtl="0" eaLnBrk="1" latinLnBrk="0" hangingPunct="1">
        <a:lnSpc>
          <a:spcPct val="120000"/>
        </a:lnSpc>
        <a:spcBef>
          <a:spcPts val="35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2.svg"/><Relationship Id="rId21" Type="http://schemas.openxmlformats.org/officeDocument/2006/relationships/image" Target="../media/image27.png"/><Relationship Id="rId42" Type="http://schemas.openxmlformats.org/officeDocument/2006/relationships/image" Target="../media/image48.svg"/><Relationship Id="rId47" Type="http://schemas.openxmlformats.org/officeDocument/2006/relationships/image" Target="../media/image53.png"/><Relationship Id="rId63" Type="http://schemas.openxmlformats.org/officeDocument/2006/relationships/image" Target="../media/image69.png"/><Relationship Id="rId68" Type="http://schemas.openxmlformats.org/officeDocument/2006/relationships/image" Target="../media/image74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2.svg"/><Relationship Id="rId29" Type="http://schemas.openxmlformats.org/officeDocument/2006/relationships/image" Target="../media/image35.png"/><Relationship Id="rId11" Type="http://schemas.openxmlformats.org/officeDocument/2006/relationships/image" Target="../media/image17.png"/><Relationship Id="rId24" Type="http://schemas.openxmlformats.org/officeDocument/2006/relationships/image" Target="../media/image30.svg"/><Relationship Id="rId32" Type="http://schemas.openxmlformats.org/officeDocument/2006/relationships/image" Target="../media/image38.svg"/><Relationship Id="rId37" Type="http://schemas.openxmlformats.org/officeDocument/2006/relationships/image" Target="../media/image43.png"/><Relationship Id="rId40" Type="http://schemas.openxmlformats.org/officeDocument/2006/relationships/image" Target="../media/image46.svg"/><Relationship Id="rId45" Type="http://schemas.openxmlformats.org/officeDocument/2006/relationships/image" Target="../media/image51.png"/><Relationship Id="rId53" Type="http://schemas.openxmlformats.org/officeDocument/2006/relationships/image" Target="../media/image59.png"/><Relationship Id="rId58" Type="http://schemas.openxmlformats.org/officeDocument/2006/relationships/image" Target="../media/image64.svg"/><Relationship Id="rId66" Type="http://schemas.openxmlformats.org/officeDocument/2006/relationships/image" Target="../media/image72.svg"/><Relationship Id="rId74" Type="http://schemas.openxmlformats.org/officeDocument/2006/relationships/image" Target="../media/image80.svg"/><Relationship Id="rId5" Type="http://schemas.openxmlformats.org/officeDocument/2006/relationships/image" Target="../media/image11.png"/><Relationship Id="rId61" Type="http://schemas.openxmlformats.org/officeDocument/2006/relationships/image" Target="../media/image67.png"/><Relationship Id="rId19" Type="http://schemas.openxmlformats.org/officeDocument/2006/relationships/image" Target="../media/image25.png"/><Relationship Id="rId14" Type="http://schemas.openxmlformats.org/officeDocument/2006/relationships/image" Target="../media/image20.svg"/><Relationship Id="rId22" Type="http://schemas.openxmlformats.org/officeDocument/2006/relationships/image" Target="../media/image28.svg"/><Relationship Id="rId27" Type="http://schemas.openxmlformats.org/officeDocument/2006/relationships/image" Target="../media/image33.png"/><Relationship Id="rId30" Type="http://schemas.openxmlformats.org/officeDocument/2006/relationships/image" Target="../media/image36.svg"/><Relationship Id="rId35" Type="http://schemas.openxmlformats.org/officeDocument/2006/relationships/image" Target="../media/image41.png"/><Relationship Id="rId43" Type="http://schemas.openxmlformats.org/officeDocument/2006/relationships/image" Target="../media/image49.png"/><Relationship Id="rId48" Type="http://schemas.openxmlformats.org/officeDocument/2006/relationships/image" Target="../media/image54.svg"/><Relationship Id="rId56" Type="http://schemas.openxmlformats.org/officeDocument/2006/relationships/image" Target="../media/image62.svg"/><Relationship Id="rId64" Type="http://schemas.openxmlformats.org/officeDocument/2006/relationships/image" Target="../media/image70.svg"/><Relationship Id="rId69" Type="http://schemas.openxmlformats.org/officeDocument/2006/relationships/image" Target="../media/image75.png"/><Relationship Id="rId8" Type="http://schemas.openxmlformats.org/officeDocument/2006/relationships/image" Target="../media/image14.svg"/><Relationship Id="rId51" Type="http://schemas.openxmlformats.org/officeDocument/2006/relationships/image" Target="../media/image57.png"/><Relationship Id="rId72" Type="http://schemas.openxmlformats.org/officeDocument/2006/relationships/image" Target="../media/image78.svg"/><Relationship Id="rId3" Type="http://schemas.openxmlformats.org/officeDocument/2006/relationships/image" Target="../media/image9.png"/><Relationship Id="rId12" Type="http://schemas.openxmlformats.org/officeDocument/2006/relationships/image" Target="../media/image18.sv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33" Type="http://schemas.openxmlformats.org/officeDocument/2006/relationships/image" Target="../media/image39.png"/><Relationship Id="rId38" Type="http://schemas.openxmlformats.org/officeDocument/2006/relationships/image" Target="../media/image44.svg"/><Relationship Id="rId46" Type="http://schemas.openxmlformats.org/officeDocument/2006/relationships/image" Target="../media/image52.svg"/><Relationship Id="rId59" Type="http://schemas.openxmlformats.org/officeDocument/2006/relationships/image" Target="../media/image65.png"/><Relationship Id="rId67" Type="http://schemas.openxmlformats.org/officeDocument/2006/relationships/image" Target="../media/image73.png"/><Relationship Id="rId20" Type="http://schemas.openxmlformats.org/officeDocument/2006/relationships/image" Target="../media/image26.svg"/><Relationship Id="rId41" Type="http://schemas.openxmlformats.org/officeDocument/2006/relationships/image" Target="../media/image47.png"/><Relationship Id="rId54" Type="http://schemas.openxmlformats.org/officeDocument/2006/relationships/image" Target="../media/image60.svg"/><Relationship Id="rId62" Type="http://schemas.openxmlformats.org/officeDocument/2006/relationships/image" Target="../media/image68.svg"/><Relationship Id="rId70" Type="http://schemas.openxmlformats.org/officeDocument/2006/relationships/image" Target="../media/image76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sv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28" Type="http://schemas.openxmlformats.org/officeDocument/2006/relationships/image" Target="../media/image34.svg"/><Relationship Id="rId36" Type="http://schemas.openxmlformats.org/officeDocument/2006/relationships/image" Target="../media/image42.svg"/><Relationship Id="rId49" Type="http://schemas.openxmlformats.org/officeDocument/2006/relationships/image" Target="../media/image55.png"/><Relationship Id="rId57" Type="http://schemas.openxmlformats.org/officeDocument/2006/relationships/image" Target="../media/image63.png"/><Relationship Id="rId10" Type="http://schemas.openxmlformats.org/officeDocument/2006/relationships/image" Target="../media/image16.svg"/><Relationship Id="rId31" Type="http://schemas.openxmlformats.org/officeDocument/2006/relationships/image" Target="../media/image37.png"/><Relationship Id="rId44" Type="http://schemas.openxmlformats.org/officeDocument/2006/relationships/image" Target="../media/image50.svg"/><Relationship Id="rId52" Type="http://schemas.openxmlformats.org/officeDocument/2006/relationships/image" Target="../media/image58.svg"/><Relationship Id="rId60" Type="http://schemas.openxmlformats.org/officeDocument/2006/relationships/image" Target="../media/image66.svg"/><Relationship Id="rId65" Type="http://schemas.openxmlformats.org/officeDocument/2006/relationships/image" Target="../media/image71.png"/><Relationship Id="rId73" Type="http://schemas.openxmlformats.org/officeDocument/2006/relationships/image" Target="../media/image79.png"/><Relationship Id="rId4" Type="http://schemas.openxmlformats.org/officeDocument/2006/relationships/image" Target="../media/image10.svg"/><Relationship Id="rId9" Type="http://schemas.openxmlformats.org/officeDocument/2006/relationships/image" Target="../media/image15.png"/><Relationship Id="rId13" Type="http://schemas.openxmlformats.org/officeDocument/2006/relationships/image" Target="../media/image19.png"/><Relationship Id="rId18" Type="http://schemas.openxmlformats.org/officeDocument/2006/relationships/image" Target="../media/image24.svg"/><Relationship Id="rId39" Type="http://schemas.openxmlformats.org/officeDocument/2006/relationships/image" Target="../media/image45.png"/><Relationship Id="rId34" Type="http://schemas.openxmlformats.org/officeDocument/2006/relationships/image" Target="../media/image40.svg"/><Relationship Id="rId50" Type="http://schemas.openxmlformats.org/officeDocument/2006/relationships/image" Target="../media/image56.svg"/><Relationship Id="rId55" Type="http://schemas.openxmlformats.org/officeDocument/2006/relationships/image" Target="../media/image61.png"/><Relationship Id="rId7" Type="http://schemas.openxmlformats.org/officeDocument/2006/relationships/image" Target="../media/image13.png"/><Relationship Id="rId71" Type="http://schemas.openxmlformats.org/officeDocument/2006/relationships/image" Target="../media/image77.png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04.svg"/><Relationship Id="rId21" Type="http://schemas.openxmlformats.org/officeDocument/2006/relationships/image" Target="../media/image99.png"/><Relationship Id="rId42" Type="http://schemas.openxmlformats.org/officeDocument/2006/relationships/image" Target="../media/image120.svg"/><Relationship Id="rId47" Type="http://schemas.openxmlformats.org/officeDocument/2006/relationships/image" Target="../media/image125.png"/><Relationship Id="rId63" Type="http://schemas.openxmlformats.org/officeDocument/2006/relationships/image" Target="../media/image141.png"/><Relationship Id="rId68" Type="http://schemas.openxmlformats.org/officeDocument/2006/relationships/image" Target="../media/image146.svg"/><Relationship Id="rId7" Type="http://schemas.openxmlformats.org/officeDocument/2006/relationships/image" Target="../media/image85.png"/><Relationship Id="rId71" Type="http://schemas.openxmlformats.org/officeDocument/2006/relationships/image" Target="../media/image14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94.svg"/><Relationship Id="rId29" Type="http://schemas.openxmlformats.org/officeDocument/2006/relationships/image" Target="../media/image107.png"/><Relationship Id="rId11" Type="http://schemas.openxmlformats.org/officeDocument/2006/relationships/image" Target="../media/image89.png"/><Relationship Id="rId24" Type="http://schemas.openxmlformats.org/officeDocument/2006/relationships/image" Target="../media/image102.svg"/><Relationship Id="rId32" Type="http://schemas.openxmlformats.org/officeDocument/2006/relationships/image" Target="../media/image110.svg"/><Relationship Id="rId37" Type="http://schemas.openxmlformats.org/officeDocument/2006/relationships/image" Target="../media/image115.png"/><Relationship Id="rId40" Type="http://schemas.openxmlformats.org/officeDocument/2006/relationships/image" Target="../media/image118.svg"/><Relationship Id="rId45" Type="http://schemas.openxmlformats.org/officeDocument/2006/relationships/image" Target="../media/image123.png"/><Relationship Id="rId53" Type="http://schemas.openxmlformats.org/officeDocument/2006/relationships/image" Target="../media/image131.png"/><Relationship Id="rId58" Type="http://schemas.openxmlformats.org/officeDocument/2006/relationships/image" Target="../media/image136.svg"/><Relationship Id="rId66" Type="http://schemas.openxmlformats.org/officeDocument/2006/relationships/image" Target="../media/image144.svg"/><Relationship Id="rId5" Type="http://schemas.openxmlformats.org/officeDocument/2006/relationships/image" Target="../media/image83.png"/><Relationship Id="rId61" Type="http://schemas.openxmlformats.org/officeDocument/2006/relationships/image" Target="../media/image139.png"/><Relationship Id="rId19" Type="http://schemas.openxmlformats.org/officeDocument/2006/relationships/image" Target="../media/image97.png"/><Relationship Id="rId14" Type="http://schemas.openxmlformats.org/officeDocument/2006/relationships/image" Target="../media/image92.svg"/><Relationship Id="rId22" Type="http://schemas.openxmlformats.org/officeDocument/2006/relationships/image" Target="../media/image100.svg"/><Relationship Id="rId27" Type="http://schemas.openxmlformats.org/officeDocument/2006/relationships/image" Target="../media/image105.png"/><Relationship Id="rId30" Type="http://schemas.openxmlformats.org/officeDocument/2006/relationships/image" Target="../media/image108.svg"/><Relationship Id="rId35" Type="http://schemas.openxmlformats.org/officeDocument/2006/relationships/image" Target="../media/image113.png"/><Relationship Id="rId43" Type="http://schemas.openxmlformats.org/officeDocument/2006/relationships/image" Target="../media/image121.png"/><Relationship Id="rId48" Type="http://schemas.openxmlformats.org/officeDocument/2006/relationships/image" Target="../media/image126.svg"/><Relationship Id="rId56" Type="http://schemas.openxmlformats.org/officeDocument/2006/relationships/image" Target="../media/image134.svg"/><Relationship Id="rId64" Type="http://schemas.openxmlformats.org/officeDocument/2006/relationships/image" Target="../media/image142.svg"/><Relationship Id="rId69" Type="http://schemas.openxmlformats.org/officeDocument/2006/relationships/image" Target="../media/image147.png"/><Relationship Id="rId8" Type="http://schemas.openxmlformats.org/officeDocument/2006/relationships/image" Target="../media/image86.svg"/><Relationship Id="rId51" Type="http://schemas.openxmlformats.org/officeDocument/2006/relationships/image" Target="../media/image129.png"/><Relationship Id="rId72" Type="http://schemas.openxmlformats.org/officeDocument/2006/relationships/image" Target="../media/image150.svg"/><Relationship Id="rId3" Type="http://schemas.openxmlformats.org/officeDocument/2006/relationships/image" Target="../media/image81.png"/><Relationship Id="rId12" Type="http://schemas.openxmlformats.org/officeDocument/2006/relationships/image" Target="../media/image90.svg"/><Relationship Id="rId17" Type="http://schemas.openxmlformats.org/officeDocument/2006/relationships/image" Target="../media/image95.png"/><Relationship Id="rId25" Type="http://schemas.openxmlformats.org/officeDocument/2006/relationships/image" Target="../media/image103.png"/><Relationship Id="rId33" Type="http://schemas.openxmlformats.org/officeDocument/2006/relationships/image" Target="../media/image111.png"/><Relationship Id="rId38" Type="http://schemas.openxmlformats.org/officeDocument/2006/relationships/image" Target="../media/image116.svg"/><Relationship Id="rId46" Type="http://schemas.openxmlformats.org/officeDocument/2006/relationships/image" Target="../media/image124.svg"/><Relationship Id="rId59" Type="http://schemas.openxmlformats.org/officeDocument/2006/relationships/image" Target="../media/image137.png"/><Relationship Id="rId67" Type="http://schemas.openxmlformats.org/officeDocument/2006/relationships/image" Target="../media/image145.png"/><Relationship Id="rId20" Type="http://schemas.openxmlformats.org/officeDocument/2006/relationships/image" Target="../media/image98.svg"/><Relationship Id="rId41" Type="http://schemas.openxmlformats.org/officeDocument/2006/relationships/image" Target="../media/image119.png"/><Relationship Id="rId54" Type="http://schemas.openxmlformats.org/officeDocument/2006/relationships/image" Target="../media/image132.svg"/><Relationship Id="rId62" Type="http://schemas.openxmlformats.org/officeDocument/2006/relationships/image" Target="../media/image140.svg"/><Relationship Id="rId70" Type="http://schemas.openxmlformats.org/officeDocument/2006/relationships/image" Target="../media/image148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4.svg"/><Relationship Id="rId15" Type="http://schemas.openxmlformats.org/officeDocument/2006/relationships/image" Target="../media/image93.png"/><Relationship Id="rId23" Type="http://schemas.openxmlformats.org/officeDocument/2006/relationships/image" Target="../media/image101.png"/><Relationship Id="rId28" Type="http://schemas.openxmlformats.org/officeDocument/2006/relationships/image" Target="../media/image106.svg"/><Relationship Id="rId36" Type="http://schemas.openxmlformats.org/officeDocument/2006/relationships/image" Target="../media/image114.svg"/><Relationship Id="rId49" Type="http://schemas.openxmlformats.org/officeDocument/2006/relationships/image" Target="../media/image127.png"/><Relationship Id="rId57" Type="http://schemas.openxmlformats.org/officeDocument/2006/relationships/image" Target="../media/image135.png"/><Relationship Id="rId10" Type="http://schemas.openxmlformats.org/officeDocument/2006/relationships/image" Target="../media/image88.svg"/><Relationship Id="rId31" Type="http://schemas.openxmlformats.org/officeDocument/2006/relationships/image" Target="../media/image109.png"/><Relationship Id="rId44" Type="http://schemas.openxmlformats.org/officeDocument/2006/relationships/image" Target="../media/image122.svg"/><Relationship Id="rId52" Type="http://schemas.openxmlformats.org/officeDocument/2006/relationships/image" Target="../media/image130.svg"/><Relationship Id="rId60" Type="http://schemas.openxmlformats.org/officeDocument/2006/relationships/image" Target="../media/image138.svg"/><Relationship Id="rId65" Type="http://schemas.openxmlformats.org/officeDocument/2006/relationships/image" Target="../media/image143.png"/><Relationship Id="rId4" Type="http://schemas.openxmlformats.org/officeDocument/2006/relationships/image" Target="../media/image82.svg"/><Relationship Id="rId9" Type="http://schemas.openxmlformats.org/officeDocument/2006/relationships/image" Target="../media/image87.png"/><Relationship Id="rId13" Type="http://schemas.openxmlformats.org/officeDocument/2006/relationships/image" Target="../media/image91.png"/><Relationship Id="rId18" Type="http://schemas.openxmlformats.org/officeDocument/2006/relationships/image" Target="../media/image96.svg"/><Relationship Id="rId39" Type="http://schemas.openxmlformats.org/officeDocument/2006/relationships/image" Target="../media/image117.png"/><Relationship Id="rId34" Type="http://schemas.openxmlformats.org/officeDocument/2006/relationships/image" Target="../media/image112.svg"/><Relationship Id="rId50" Type="http://schemas.openxmlformats.org/officeDocument/2006/relationships/image" Target="../media/image128.svg"/><Relationship Id="rId55" Type="http://schemas.openxmlformats.org/officeDocument/2006/relationships/image" Target="../media/image1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C1D242-675E-4D48-A840-B161844D0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602" y="2666575"/>
            <a:ext cx="7250400" cy="747897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BDA31C-C47C-C747-8E17-80BC9F897A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7825" y="3414714"/>
            <a:ext cx="7254875" cy="422346"/>
          </a:xfrm>
        </p:spPr>
        <p:txBody>
          <a:bodyPr lIns="0" tIns="108000" rIns="0" bIns="45720" anchor="t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250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01E4E4-90F9-0000-90C2-4AEF8DF4BCD5}"/>
              </a:ext>
            </a:extLst>
          </p:cNvPr>
          <p:cNvSpPr txBox="1"/>
          <p:nvPr/>
        </p:nvSpPr>
        <p:spPr>
          <a:xfrm>
            <a:off x="1476963" y="178740"/>
            <a:ext cx="2743200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D712E5-C0BE-3EF7-C87B-ECAF9904907B}"/>
              </a:ext>
            </a:extLst>
          </p:cNvPr>
          <p:cNvSpPr txBox="1"/>
          <p:nvPr/>
        </p:nvSpPr>
        <p:spPr>
          <a:xfrm>
            <a:off x="621325" y="4433623"/>
            <a:ext cx="338666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779592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3AA98-E990-4A3E-9DEF-AE0AEA754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8373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7B59E-078A-494C-A816-86685DDD1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5994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70661-6B5E-42D6-B472-E99E1A818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3187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D70DB-ACE6-FC98-251A-FAD9E6634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20DB6-1ADE-F838-33CD-BD2F32B8EF4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3C6F7-D07E-37D2-742F-788BC1C5C5A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1956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9A804-463D-452E-A34F-A4B132BB5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6189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D27FA-8C46-47F2-B699-26D3C3337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C05A14-0DB2-4D80-B3D7-7F834CFA61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749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32AE9-381A-4939-A098-AB04188BA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DC4410-35CE-463F-BF08-AC3BA77C8B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3596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12E30-AE77-49AC-943E-23BACBEA4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92AF04-039A-460E-800F-BCA07E88AF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1802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A83D6-273F-4619-8ADA-C081992AE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BE554C-928F-46CD-8391-8FC0D50B47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8462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4D8F5-7E1E-4337-9EFE-1EA57E221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5B08B-D316-470D-B8DE-5CB13657F7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2C6E48-3132-4635-9C94-207CB924C3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3265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44691-ACA0-4F20-A929-C5FEFF7E2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6180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F5421-6C93-49D1-92E4-909528CB9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7309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DCE61-DA76-4CE9-8BEF-C8F32E71E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0692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F3334-4DEB-4368-992B-475C3F591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8675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8A999-467D-1B46-AB2C-CF652BD3F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600" y="2247088"/>
            <a:ext cx="3434401" cy="267510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Icons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60DFFD3-1E58-6241-9CBB-C01F02E662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4181" y="429397"/>
            <a:ext cx="228600" cy="2286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7B0808D-BDD4-694C-AAB9-987208945F78}"/>
              </a:ext>
            </a:extLst>
          </p:cNvPr>
          <p:cNvSpPr txBox="1">
            <a:spLocks/>
          </p:cNvSpPr>
          <p:nvPr/>
        </p:nvSpPr>
        <p:spPr>
          <a:xfrm>
            <a:off x="4584181" y="778498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Accident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181B165-E17E-EF44-9764-F232BD0F58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84181" y="1127599"/>
            <a:ext cx="228600" cy="2286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FC5B6C0-8624-BB47-9DBB-75F8313F7E6F}"/>
              </a:ext>
            </a:extLst>
          </p:cNvPr>
          <p:cNvSpPr txBox="1">
            <a:spLocks/>
          </p:cNvSpPr>
          <p:nvPr/>
        </p:nvSpPr>
        <p:spPr>
          <a:xfrm>
            <a:off x="4584181" y="1476700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Agent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5086217F-8430-4549-B140-7BCAC3F6D7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84181" y="1825801"/>
            <a:ext cx="228600" cy="2286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3D09012-F6AB-BF4A-8297-16CA66D5314F}"/>
              </a:ext>
            </a:extLst>
          </p:cNvPr>
          <p:cNvSpPr txBox="1">
            <a:spLocks/>
          </p:cNvSpPr>
          <p:nvPr/>
        </p:nvSpPr>
        <p:spPr>
          <a:xfrm>
            <a:off x="4584181" y="2174902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Ambulance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55CBB920-9189-8C48-A9B4-617C94FADF6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84181" y="2524003"/>
            <a:ext cx="228600" cy="2286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C7BCF212-E694-ED41-80C7-ABBF27A61735}"/>
              </a:ext>
            </a:extLst>
          </p:cNvPr>
          <p:cNvSpPr txBox="1">
            <a:spLocks/>
          </p:cNvSpPr>
          <p:nvPr/>
        </p:nvSpPr>
        <p:spPr>
          <a:xfrm>
            <a:off x="4584181" y="2873104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Bacteria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CEE9832-CAAB-8C4A-8005-8B638A967BF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84181" y="3222205"/>
            <a:ext cx="228600" cy="2286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EA1CF89F-D38F-9F4B-9900-9C213A21ADD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84181" y="3920407"/>
            <a:ext cx="228600" cy="2286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8178BCD5-75A0-9942-B04B-EF49493D501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584181" y="4618609"/>
            <a:ext cx="228600" cy="228600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D5C82813-4C6A-2643-8E42-830D6DC70022}"/>
              </a:ext>
            </a:extLst>
          </p:cNvPr>
          <p:cNvSpPr txBox="1">
            <a:spLocks/>
          </p:cNvSpPr>
          <p:nvPr/>
        </p:nvSpPr>
        <p:spPr>
          <a:xfrm>
            <a:off x="4584181" y="3571306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Band-aid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44ADC32-1CB8-E940-9288-154D11B89CE9}"/>
              </a:ext>
            </a:extLst>
          </p:cNvPr>
          <p:cNvSpPr txBox="1">
            <a:spLocks/>
          </p:cNvSpPr>
          <p:nvPr/>
        </p:nvSpPr>
        <p:spPr>
          <a:xfrm>
            <a:off x="4584181" y="4269508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Body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68794EC0-F71D-A14B-B500-681F71E0FB54}"/>
              </a:ext>
            </a:extLst>
          </p:cNvPr>
          <p:cNvSpPr txBox="1">
            <a:spLocks/>
          </p:cNvSpPr>
          <p:nvPr/>
        </p:nvSpPr>
        <p:spPr>
          <a:xfrm>
            <a:off x="4584181" y="4967710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Calendar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56A11F27-0981-7E40-BBE7-A62C677AEA9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584181" y="5316811"/>
            <a:ext cx="228600" cy="228600"/>
          </a:xfrm>
          <a:prstGeom prst="rect">
            <a:avLst/>
          </a:prstGeom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D6D1C273-2AC4-2340-AF23-4EF8ADD04734}"/>
              </a:ext>
            </a:extLst>
          </p:cNvPr>
          <p:cNvSpPr txBox="1">
            <a:spLocks/>
          </p:cNvSpPr>
          <p:nvPr/>
        </p:nvSpPr>
        <p:spPr>
          <a:xfrm>
            <a:off x="4584181" y="5665912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Card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222C87C2-6DD8-044D-BAEC-B07AA63DB836}"/>
              </a:ext>
            </a:extLst>
          </p:cNvPr>
          <p:cNvSpPr txBox="1">
            <a:spLocks/>
          </p:cNvSpPr>
          <p:nvPr/>
        </p:nvSpPr>
        <p:spPr>
          <a:xfrm>
            <a:off x="4584181" y="6364109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Care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DF4D418D-0761-924F-9F8A-8970BEDF842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584181" y="6015013"/>
            <a:ext cx="228600" cy="228600"/>
          </a:xfrm>
          <a:prstGeom prst="rect">
            <a:avLst/>
          </a:prstGeom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26D856E9-04DB-204F-A17B-DE3CFBDF7EAB}"/>
              </a:ext>
            </a:extLst>
          </p:cNvPr>
          <p:cNvSpPr txBox="1">
            <a:spLocks/>
          </p:cNvSpPr>
          <p:nvPr/>
        </p:nvSpPr>
        <p:spPr>
          <a:xfrm>
            <a:off x="6375121" y="805994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Chiro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59A80880-DAD2-5744-9B61-403B4958D0AD}"/>
              </a:ext>
            </a:extLst>
          </p:cNvPr>
          <p:cNvSpPr txBox="1">
            <a:spLocks/>
          </p:cNvSpPr>
          <p:nvPr/>
        </p:nvSpPr>
        <p:spPr>
          <a:xfrm>
            <a:off x="6375121" y="1513348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Clock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03EDE5EE-2CDD-E54F-80FB-49913E0DA8C6}"/>
              </a:ext>
            </a:extLst>
          </p:cNvPr>
          <p:cNvSpPr txBox="1">
            <a:spLocks/>
          </p:cNvSpPr>
          <p:nvPr/>
        </p:nvSpPr>
        <p:spPr>
          <a:xfrm>
            <a:off x="6375120" y="2220702"/>
            <a:ext cx="1611388" cy="156969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Community Partners</a:t>
            </a: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AAE615E3-F16E-0646-8590-25557458B23E}"/>
              </a:ext>
            </a:extLst>
          </p:cNvPr>
          <p:cNvSpPr txBox="1">
            <a:spLocks/>
          </p:cNvSpPr>
          <p:nvPr/>
        </p:nvSpPr>
        <p:spPr>
          <a:xfrm>
            <a:off x="6375121" y="2856425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Computer AI</a:t>
            </a:r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5EC5CA43-C026-144B-8EC4-17BCB6A1033F}"/>
              </a:ext>
            </a:extLst>
          </p:cNvPr>
          <p:cNvSpPr txBox="1">
            <a:spLocks/>
          </p:cNvSpPr>
          <p:nvPr/>
        </p:nvSpPr>
        <p:spPr>
          <a:xfrm>
            <a:off x="6375121" y="3563779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Congratulations</a:t>
            </a: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161957B9-B4B2-BC40-9AE8-C8816C5FAC2B}"/>
              </a:ext>
            </a:extLst>
          </p:cNvPr>
          <p:cNvSpPr txBox="1">
            <a:spLocks/>
          </p:cNvSpPr>
          <p:nvPr/>
        </p:nvSpPr>
        <p:spPr>
          <a:xfrm>
            <a:off x="6375121" y="4271133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Conversation</a:t>
            </a: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4BAC54C4-39BB-614C-AD66-44636653EA6F}"/>
              </a:ext>
            </a:extLst>
          </p:cNvPr>
          <p:cNvSpPr txBox="1">
            <a:spLocks/>
          </p:cNvSpPr>
          <p:nvPr/>
        </p:nvSpPr>
        <p:spPr>
          <a:xfrm>
            <a:off x="6375121" y="4978487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Couple</a:t>
            </a:r>
          </a:p>
        </p:txBody>
      </p:sp>
      <p:sp>
        <p:nvSpPr>
          <p:cNvPr id="47" name="Title 1">
            <a:extLst>
              <a:ext uri="{FF2B5EF4-FFF2-40B4-BE49-F238E27FC236}">
                <a16:creationId xmlns:a16="http://schemas.microsoft.com/office/drawing/2014/main" id="{0D382315-C93C-FD4A-81D4-4B054315F5A6}"/>
              </a:ext>
            </a:extLst>
          </p:cNvPr>
          <p:cNvSpPr txBox="1">
            <a:spLocks/>
          </p:cNvSpPr>
          <p:nvPr/>
        </p:nvSpPr>
        <p:spPr>
          <a:xfrm>
            <a:off x="6375121" y="5685841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Dental</a:t>
            </a:r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38286178-9061-1348-A5A7-0AF3F4E5A1E2}"/>
              </a:ext>
            </a:extLst>
          </p:cNvPr>
          <p:cNvSpPr txBox="1">
            <a:spLocks/>
          </p:cNvSpPr>
          <p:nvPr/>
        </p:nvSpPr>
        <p:spPr>
          <a:xfrm>
            <a:off x="6375121" y="6393194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Discount</a:t>
            </a:r>
          </a:p>
        </p:txBody>
      </p:sp>
      <p:pic>
        <p:nvPicPr>
          <p:cNvPr id="51" name="Graphic 50">
            <a:extLst>
              <a:ext uri="{FF2B5EF4-FFF2-40B4-BE49-F238E27FC236}">
                <a16:creationId xmlns:a16="http://schemas.microsoft.com/office/drawing/2014/main" id="{009D51F8-C136-4A49-A930-09D439A5DC6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375121" y="452317"/>
            <a:ext cx="228600" cy="22860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3042F3D7-8D54-D44A-8B45-7E4E75FFB5E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375121" y="1159671"/>
            <a:ext cx="228600" cy="228600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59B1C956-58E1-6B43-A25D-E983FA11A8E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375121" y="1867025"/>
            <a:ext cx="228600" cy="22860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69E90161-7611-6D43-902B-05CCDF51736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375121" y="2502748"/>
            <a:ext cx="228600" cy="22860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DC6C8944-23BA-AB42-8A06-981C6BFF22D7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375121" y="3210102"/>
            <a:ext cx="228600" cy="228600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12894708-EDA6-6543-B1AF-19E86786CD0E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375121" y="3917456"/>
            <a:ext cx="228600" cy="228600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12EB6681-CE7C-144D-8635-689D9382E95E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6375121" y="4624810"/>
            <a:ext cx="228600" cy="228600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86BAD5D9-B4B0-F042-8883-54199A857D67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6375121" y="5332164"/>
            <a:ext cx="228600" cy="228600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1D573058-A1C5-AE4B-BAFD-913D34488B5A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375121" y="6039518"/>
            <a:ext cx="228600" cy="228600"/>
          </a:xfrm>
          <a:prstGeom prst="rect">
            <a:avLst/>
          </a:prstGeom>
        </p:spPr>
      </p:pic>
      <p:sp>
        <p:nvSpPr>
          <p:cNvPr id="70" name="Title 1">
            <a:extLst>
              <a:ext uri="{FF2B5EF4-FFF2-40B4-BE49-F238E27FC236}">
                <a16:creationId xmlns:a16="http://schemas.microsoft.com/office/drawing/2014/main" id="{944BB62F-96C3-DE4B-BEE7-5EA24ECC5E98}"/>
              </a:ext>
            </a:extLst>
          </p:cNvPr>
          <p:cNvSpPr txBox="1">
            <a:spLocks/>
          </p:cNvSpPr>
          <p:nvPr/>
        </p:nvSpPr>
        <p:spPr>
          <a:xfrm>
            <a:off x="8522208" y="774028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Distance</a:t>
            </a:r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5D41A411-1BF3-914B-8B33-5C39E738C85D}"/>
              </a:ext>
            </a:extLst>
          </p:cNvPr>
          <p:cNvSpPr txBox="1">
            <a:spLocks/>
          </p:cNvSpPr>
          <p:nvPr/>
        </p:nvSpPr>
        <p:spPr>
          <a:xfrm>
            <a:off x="8522208" y="1482962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Doctor</a:t>
            </a:r>
          </a:p>
        </p:txBody>
      </p:sp>
      <p:sp>
        <p:nvSpPr>
          <p:cNvPr id="72" name="Title 1">
            <a:extLst>
              <a:ext uri="{FF2B5EF4-FFF2-40B4-BE49-F238E27FC236}">
                <a16:creationId xmlns:a16="http://schemas.microsoft.com/office/drawing/2014/main" id="{0A5BB892-B259-8943-868C-26BFEE052E74}"/>
              </a:ext>
            </a:extLst>
          </p:cNvPr>
          <p:cNvSpPr txBox="1">
            <a:spLocks/>
          </p:cNvSpPr>
          <p:nvPr/>
        </p:nvSpPr>
        <p:spPr>
          <a:xfrm>
            <a:off x="8522207" y="2191896"/>
            <a:ext cx="1611388" cy="156969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Doctor Nurse</a:t>
            </a:r>
          </a:p>
        </p:txBody>
      </p:sp>
      <p:sp>
        <p:nvSpPr>
          <p:cNvPr id="73" name="Title 1">
            <a:extLst>
              <a:ext uri="{FF2B5EF4-FFF2-40B4-BE49-F238E27FC236}">
                <a16:creationId xmlns:a16="http://schemas.microsoft.com/office/drawing/2014/main" id="{5730D912-68AC-A844-80E4-4613DC35D221}"/>
              </a:ext>
            </a:extLst>
          </p:cNvPr>
          <p:cNvSpPr txBox="1">
            <a:spLocks/>
          </p:cNvSpPr>
          <p:nvPr/>
        </p:nvSpPr>
        <p:spPr>
          <a:xfrm>
            <a:off x="8522208" y="2829199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Emergency</a:t>
            </a:r>
          </a:p>
        </p:txBody>
      </p:sp>
      <p:sp>
        <p:nvSpPr>
          <p:cNvPr id="74" name="Title 1">
            <a:extLst>
              <a:ext uri="{FF2B5EF4-FFF2-40B4-BE49-F238E27FC236}">
                <a16:creationId xmlns:a16="http://schemas.microsoft.com/office/drawing/2014/main" id="{78125889-47AD-F148-9E9F-504529ED70DA}"/>
              </a:ext>
            </a:extLst>
          </p:cNvPr>
          <p:cNvSpPr txBox="1">
            <a:spLocks/>
          </p:cNvSpPr>
          <p:nvPr/>
        </p:nvSpPr>
        <p:spPr>
          <a:xfrm>
            <a:off x="8522208" y="3538133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Extras</a:t>
            </a:r>
          </a:p>
        </p:txBody>
      </p:sp>
      <p:sp>
        <p:nvSpPr>
          <p:cNvPr id="75" name="Title 1">
            <a:extLst>
              <a:ext uri="{FF2B5EF4-FFF2-40B4-BE49-F238E27FC236}">
                <a16:creationId xmlns:a16="http://schemas.microsoft.com/office/drawing/2014/main" id="{EBA04B7F-D117-844D-AAB6-A132F99D69CC}"/>
              </a:ext>
            </a:extLst>
          </p:cNvPr>
          <p:cNvSpPr txBox="1">
            <a:spLocks/>
          </p:cNvSpPr>
          <p:nvPr/>
        </p:nvSpPr>
        <p:spPr>
          <a:xfrm>
            <a:off x="8522208" y="4247067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Eye</a:t>
            </a:r>
          </a:p>
        </p:txBody>
      </p:sp>
      <p:sp>
        <p:nvSpPr>
          <p:cNvPr id="76" name="Title 1">
            <a:extLst>
              <a:ext uri="{FF2B5EF4-FFF2-40B4-BE49-F238E27FC236}">
                <a16:creationId xmlns:a16="http://schemas.microsoft.com/office/drawing/2014/main" id="{610949CF-632A-F84F-B310-6107AB7EC3CD}"/>
              </a:ext>
            </a:extLst>
          </p:cNvPr>
          <p:cNvSpPr txBox="1">
            <a:spLocks/>
          </p:cNvSpPr>
          <p:nvPr/>
        </p:nvSpPr>
        <p:spPr>
          <a:xfrm>
            <a:off x="8522208" y="4956001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Family</a:t>
            </a:r>
          </a:p>
        </p:txBody>
      </p:sp>
      <p:sp>
        <p:nvSpPr>
          <p:cNvPr id="77" name="Title 1">
            <a:extLst>
              <a:ext uri="{FF2B5EF4-FFF2-40B4-BE49-F238E27FC236}">
                <a16:creationId xmlns:a16="http://schemas.microsoft.com/office/drawing/2014/main" id="{573C920D-80AB-D846-9019-65FC508C71FA}"/>
              </a:ext>
            </a:extLst>
          </p:cNvPr>
          <p:cNvSpPr txBox="1">
            <a:spLocks/>
          </p:cNvSpPr>
          <p:nvPr/>
        </p:nvSpPr>
        <p:spPr>
          <a:xfrm>
            <a:off x="8522208" y="5664935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Find Patient</a:t>
            </a:r>
          </a:p>
        </p:txBody>
      </p:sp>
      <p:sp>
        <p:nvSpPr>
          <p:cNvPr id="78" name="Title 1">
            <a:extLst>
              <a:ext uri="{FF2B5EF4-FFF2-40B4-BE49-F238E27FC236}">
                <a16:creationId xmlns:a16="http://schemas.microsoft.com/office/drawing/2014/main" id="{DABDFF5A-29F8-0B4A-BF35-28D32998DD86}"/>
              </a:ext>
            </a:extLst>
          </p:cNvPr>
          <p:cNvSpPr txBox="1">
            <a:spLocks/>
          </p:cNvSpPr>
          <p:nvPr/>
        </p:nvSpPr>
        <p:spPr>
          <a:xfrm>
            <a:off x="8522208" y="6373866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Gift</a:t>
            </a:r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83BF5C52-952F-7948-BA89-3DDFF88E45C2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8522208" y="419561"/>
            <a:ext cx="228600" cy="228600"/>
          </a:xfrm>
          <a:prstGeom prst="rect">
            <a:avLst/>
          </a:prstGeom>
        </p:spPr>
      </p:pic>
      <p:pic>
        <p:nvPicPr>
          <p:cNvPr id="91" name="Graphic 90">
            <a:extLst>
              <a:ext uri="{FF2B5EF4-FFF2-40B4-BE49-F238E27FC236}">
                <a16:creationId xmlns:a16="http://schemas.microsoft.com/office/drawing/2014/main" id="{5D2645E0-A168-F949-850E-B6CB0E6AF8CC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8522208" y="1128495"/>
            <a:ext cx="228600" cy="228600"/>
          </a:xfrm>
          <a:prstGeom prst="rect">
            <a:avLst/>
          </a:prstGeom>
        </p:spPr>
      </p:pic>
      <p:pic>
        <p:nvPicPr>
          <p:cNvPr id="95" name="Graphic 94">
            <a:extLst>
              <a:ext uri="{FF2B5EF4-FFF2-40B4-BE49-F238E27FC236}">
                <a16:creationId xmlns:a16="http://schemas.microsoft.com/office/drawing/2014/main" id="{AB042394-7B05-7B41-9CA4-E121D74BAC1B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522208" y="1837429"/>
            <a:ext cx="228600" cy="228600"/>
          </a:xfrm>
          <a:prstGeom prst="rect">
            <a:avLst/>
          </a:prstGeom>
        </p:spPr>
      </p:pic>
      <p:pic>
        <p:nvPicPr>
          <p:cNvPr id="98" name="Graphic 97">
            <a:extLst>
              <a:ext uri="{FF2B5EF4-FFF2-40B4-BE49-F238E27FC236}">
                <a16:creationId xmlns:a16="http://schemas.microsoft.com/office/drawing/2014/main" id="{E0154F06-0746-8E40-B848-41DE2A044486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8522208" y="2474732"/>
            <a:ext cx="228600" cy="228600"/>
          </a:xfrm>
          <a:prstGeom prst="rect">
            <a:avLst/>
          </a:prstGeom>
        </p:spPr>
      </p:pic>
      <p:pic>
        <p:nvPicPr>
          <p:cNvPr id="101" name="Graphic 100">
            <a:extLst>
              <a:ext uri="{FF2B5EF4-FFF2-40B4-BE49-F238E27FC236}">
                <a16:creationId xmlns:a16="http://schemas.microsoft.com/office/drawing/2014/main" id="{28F1A56E-89BB-2C40-8033-D07776C71CFB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8522208" y="3183666"/>
            <a:ext cx="228600" cy="228600"/>
          </a:xfrm>
          <a:prstGeom prst="rect">
            <a:avLst/>
          </a:prstGeom>
        </p:spPr>
      </p:pic>
      <p:pic>
        <p:nvPicPr>
          <p:cNvPr id="104" name="Graphic 103">
            <a:extLst>
              <a:ext uri="{FF2B5EF4-FFF2-40B4-BE49-F238E27FC236}">
                <a16:creationId xmlns:a16="http://schemas.microsoft.com/office/drawing/2014/main" id="{C1D9BDEF-4104-904B-A1C9-57EE75612998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8522208" y="3934996"/>
            <a:ext cx="228600" cy="228600"/>
          </a:xfrm>
          <a:prstGeom prst="rect">
            <a:avLst/>
          </a:prstGeom>
        </p:spPr>
      </p:pic>
      <p:pic>
        <p:nvPicPr>
          <p:cNvPr id="107" name="Graphic 106">
            <a:extLst>
              <a:ext uri="{FF2B5EF4-FFF2-40B4-BE49-F238E27FC236}">
                <a16:creationId xmlns:a16="http://schemas.microsoft.com/office/drawing/2014/main" id="{95CC34AE-2352-F448-8345-3FFFB58E8568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8522208" y="4601534"/>
            <a:ext cx="228600" cy="228600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B32D40C7-3312-9242-AE1F-65CF21099E6A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8522208" y="5310468"/>
            <a:ext cx="228600" cy="228600"/>
          </a:xfrm>
          <a:prstGeom prst="rect">
            <a:avLst/>
          </a:prstGeom>
        </p:spPr>
      </p:pic>
      <p:pic>
        <p:nvPicPr>
          <p:cNvPr id="112" name="Graphic 111">
            <a:extLst>
              <a:ext uri="{FF2B5EF4-FFF2-40B4-BE49-F238E27FC236}">
                <a16:creationId xmlns:a16="http://schemas.microsoft.com/office/drawing/2014/main" id="{61DF10A8-496F-754C-A053-41DE18DF14DD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8522208" y="6019402"/>
            <a:ext cx="228600" cy="228600"/>
          </a:xfrm>
          <a:prstGeom prst="rect">
            <a:avLst/>
          </a:prstGeom>
        </p:spPr>
      </p:pic>
      <p:sp>
        <p:nvSpPr>
          <p:cNvPr id="113" name="Title 1">
            <a:extLst>
              <a:ext uri="{FF2B5EF4-FFF2-40B4-BE49-F238E27FC236}">
                <a16:creationId xmlns:a16="http://schemas.microsoft.com/office/drawing/2014/main" id="{2C3C5794-A58A-0E4B-9F71-87B258ACD2AB}"/>
              </a:ext>
            </a:extLst>
          </p:cNvPr>
          <p:cNvSpPr txBox="1">
            <a:spLocks/>
          </p:cNvSpPr>
          <p:nvPr/>
        </p:nvSpPr>
        <p:spPr>
          <a:xfrm>
            <a:off x="10445513" y="805994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Glasses</a:t>
            </a:r>
          </a:p>
        </p:txBody>
      </p:sp>
      <p:sp>
        <p:nvSpPr>
          <p:cNvPr id="114" name="Title 1">
            <a:extLst>
              <a:ext uri="{FF2B5EF4-FFF2-40B4-BE49-F238E27FC236}">
                <a16:creationId xmlns:a16="http://schemas.microsoft.com/office/drawing/2014/main" id="{B82B9901-7D0A-4142-AE37-B4A3F6EF12FB}"/>
              </a:ext>
            </a:extLst>
          </p:cNvPr>
          <p:cNvSpPr txBox="1">
            <a:spLocks/>
          </p:cNvSpPr>
          <p:nvPr/>
        </p:nvSpPr>
        <p:spPr>
          <a:xfrm>
            <a:off x="10445513" y="1456801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Globe</a:t>
            </a:r>
          </a:p>
        </p:txBody>
      </p:sp>
      <p:sp>
        <p:nvSpPr>
          <p:cNvPr id="115" name="Title 1">
            <a:extLst>
              <a:ext uri="{FF2B5EF4-FFF2-40B4-BE49-F238E27FC236}">
                <a16:creationId xmlns:a16="http://schemas.microsoft.com/office/drawing/2014/main" id="{F722EB94-8DCF-A141-93DB-8FAA1064E5F3}"/>
              </a:ext>
            </a:extLst>
          </p:cNvPr>
          <p:cNvSpPr txBox="1">
            <a:spLocks/>
          </p:cNvSpPr>
          <p:nvPr/>
        </p:nvSpPr>
        <p:spPr>
          <a:xfrm>
            <a:off x="10445512" y="2191381"/>
            <a:ext cx="1611388" cy="156969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Good Cause Grants</a:t>
            </a:r>
          </a:p>
        </p:txBody>
      </p:sp>
      <p:sp>
        <p:nvSpPr>
          <p:cNvPr id="116" name="Title 1">
            <a:extLst>
              <a:ext uri="{FF2B5EF4-FFF2-40B4-BE49-F238E27FC236}">
                <a16:creationId xmlns:a16="http://schemas.microsoft.com/office/drawing/2014/main" id="{1E2AB5C2-1696-5B43-B21E-B41D171EED5A}"/>
              </a:ext>
            </a:extLst>
          </p:cNvPr>
          <p:cNvSpPr txBox="1">
            <a:spLocks/>
          </p:cNvSpPr>
          <p:nvPr/>
        </p:nvSpPr>
        <p:spPr>
          <a:xfrm>
            <a:off x="10438965" y="2829199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Health Focus</a:t>
            </a:r>
          </a:p>
        </p:txBody>
      </p:sp>
      <p:sp>
        <p:nvSpPr>
          <p:cNvPr id="117" name="Title 1">
            <a:extLst>
              <a:ext uri="{FF2B5EF4-FFF2-40B4-BE49-F238E27FC236}">
                <a16:creationId xmlns:a16="http://schemas.microsoft.com/office/drawing/2014/main" id="{CC3A2267-2319-4244-8A7A-21925F044C59}"/>
              </a:ext>
            </a:extLst>
          </p:cNvPr>
          <p:cNvSpPr txBox="1">
            <a:spLocks/>
          </p:cNvSpPr>
          <p:nvPr/>
        </p:nvSpPr>
        <p:spPr>
          <a:xfrm>
            <a:off x="10438965" y="3563779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Health Insurance</a:t>
            </a:r>
          </a:p>
        </p:txBody>
      </p:sp>
      <p:sp>
        <p:nvSpPr>
          <p:cNvPr id="118" name="Title 1">
            <a:extLst>
              <a:ext uri="{FF2B5EF4-FFF2-40B4-BE49-F238E27FC236}">
                <a16:creationId xmlns:a16="http://schemas.microsoft.com/office/drawing/2014/main" id="{91E022D1-0C18-F24D-85AA-E40E67D45714}"/>
              </a:ext>
            </a:extLst>
          </p:cNvPr>
          <p:cNvSpPr txBox="1">
            <a:spLocks/>
          </p:cNvSpPr>
          <p:nvPr/>
        </p:nvSpPr>
        <p:spPr>
          <a:xfrm>
            <a:off x="10438964" y="4270090"/>
            <a:ext cx="1753035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Health Management</a:t>
            </a:r>
          </a:p>
        </p:txBody>
      </p:sp>
      <p:sp>
        <p:nvSpPr>
          <p:cNvPr id="119" name="Title 1">
            <a:extLst>
              <a:ext uri="{FF2B5EF4-FFF2-40B4-BE49-F238E27FC236}">
                <a16:creationId xmlns:a16="http://schemas.microsoft.com/office/drawing/2014/main" id="{B333112A-E8EB-924C-B89B-C898C57401EB}"/>
              </a:ext>
            </a:extLst>
          </p:cNvPr>
          <p:cNvSpPr txBox="1">
            <a:spLocks/>
          </p:cNvSpPr>
          <p:nvPr/>
        </p:nvSpPr>
        <p:spPr>
          <a:xfrm>
            <a:off x="10430865" y="4975632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Health Tip</a:t>
            </a:r>
          </a:p>
        </p:txBody>
      </p:sp>
      <p:sp>
        <p:nvSpPr>
          <p:cNvPr id="120" name="Title 1">
            <a:extLst>
              <a:ext uri="{FF2B5EF4-FFF2-40B4-BE49-F238E27FC236}">
                <a16:creationId xmlns:a16="http://schemas.microsoft.com/office/drawing/2014/main" id="{0AE4FA14-9943-A549-B590-E0B9485FD06F}"/>
              </a:ext>
            </a:extLst>
          </p:cNvPr>
          <p:cNvSpPr txBox="1">
            <a:spLocks/>
          </p:cNvSpPr>
          <p:nvPr/>
        </p:nvSpPr>
        <p:spPr>
          <a:xfrm>
            <a:off x="10445513" y="5680197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Hello</a:t>
            </a:r>
          </a:p>
        </p:txBody>
      </p:sp>
      <p:sp>
        <p:nvSpPr>
          <p:cNvPr id="121" name="Title 1">
            <a:extLst>
              <a:ext uri="{FF2B5EF4-FFF2-40B4-BE49-F238E27FC236}">
                <a16:creationId xmlns:a16="http://schemas.microsoft.com/office/drawing/2014/main" id="{60D60A06-9D6E-BB4C-AF77-7EEDFB417BB9}"/>
              </a:ext>
            </a:extLst>
          </p:cNvPr>
          <p:cNvSpPr txBox="1">
            <a:spLocks/>
          </p:cNvSpPr>
          <p:nvPr/>
        </p:nvSpPr>
        <p:spPr>
          <a:xfrm>
            <a:off x="10445513" y="6341110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Help</a:t>
            </a:r>
          </a:p>
        </p:txBody>
      </p:sp>
      <p:pic>
        <p:nvPicPr>
          <p:cNvPr id="132" name="Graphic 131">
            <a:extLst>
              <a:ext uri="{FF2B5EF4-FFF2-40B4-BE49-F238E27FC236}">
                <a16:creationId xmlns:a16="http://schemas.microsoft.com/office/drawing/2014/main" id="{E4BF4A5E-866D-F44D-9092-791BCD51D3CD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10430865" y="422639"/>
            <a:ext cx="228600" cy="228600"/>
          </a:xfrm>
          <a:prstGeom prst="rect">
            <a:avLst/>
          </a:prstGeom>
        </p:spPr>
      </p:pic>
      <p:pic>
        <p:nvPicPr>
          <p:cNvPr id="134" name="Graphic 133">
            <a:extLst>
              <a:ext uri="{FF2B5EF4-FFF2-40B4-BE49-F238E27FC236}">
                <a16:creationId xmlns:a16="http://schemas.microsoft.com/office/drawing/2014/main" id="{8CB6973F-470E-634F-9A9D-F2B2B0E54BE9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10430865" y="1157219"/>
            <a:ext cx="228600" cy="228600"/>
          </a:xfrm>
          <a:prstGeom prst="rect">
            <a:avLst/>
          </a:prstGeom>
        </p:spPr>
      </p:pic>
      <p:pic>
        <p:nvPicPr>
          <p:cNvPr id="137" name="Graphic 136">
            <a:extLst>
              <a:ext uri="{FF2B5EF4-FFF2-40B4-BE49-F238E27FC236}">
                <a16:creationId xmlns:a16="http://schemas.microsoft.com/office/drawing/2014/main" id="{3DF02C68-BAD2-BE47-9F7C-5827803DFEE1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10430865" y="1825156"/>
            <a:ext cx="228600" cy="228600"/>
          </a:xfrm>
          <a:prstGeom prst="rect">
            <a:avLst/>
          </a:prstGeom>
        </p:spPr>
      </p:pic>
      <p:pic>
        <p:nvPicPr>
          <p:cNvPr id="141" name="Graphic 140">
            <a:extLst>
              <a:ext uri="{FF2B5EF4-FFF2-40B4-BE49-F238E27FC236}">
                <a16:creationId xmlns:a16="http://schemas.microsoft.com/office/drawing/2014/main" id="{5ED27F83-FAC7-2843-B6DE-8A04603B13C8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0430865" y="2474732"/>
            <a:ext cx="228600" cy="228600"/>
          </a:xfrm>
          <a:prstGeom prst="rect">
            <a:avLst/>
          </a:prstGeom>
        </p:spPr>
      </p:pic>
      <p:pic>
        <p:nvPicPr>
          <p:cNvPr id="145" name="Graphic 144">
            <a:extLst>
              <a:ext uri="{FF2B5EF4-FFF2-40B4-BE49-F238E27FC236}">
                <a16:creationId xmlns:a16="http://schemas.microsoft.com/office/drawing/2014/main" id="{87FBC3C8-5101-5544-879E-8B3F3424279E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10430865" y="3216578"/>
            <a:ext cx="228600" cy="228600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6F62F739-56C0-B94F-A894-70F9D6CB03DD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10430865" y="3926627"/>
            <a:ext cx="228600" cy="228600"/>
          </a:xfrm>
          <a:prstGeom prst="rect">
            <a:avLst/>
          </a:prstGeom>
        </p:spPr>
      </p:pic>
      <p:pic>
        <p:nvPicPr>
          <p:cNvPr id="150" name="Graphic 149">
            <a:extLst>
              <a:ext uri="{FF2B5EF4-FFF2-40B4-BE49-F238E27FC236}">
                <a16:creationId xmlns:a16="http://schemas.microsoft.com/office/drawing/2014/main" id="{9C73510E-AD3D-F744-81B7-4D5D3C1FF485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10445512" y="4618609"/>
            <a:ext cx="213953" cy="228600"/>
          </a:xfrm>
          <a:prstGeom prst="rect">
            <a:avLst/>
          </a:prstGeom>
        </p:spPr>
      </p:pic>
      <p:pic>
        <p:nvPicPr>
          <p:cNvPr id="152" name="Graphic 151">
            <a:extLst>
              <a:ext uri="{FF2B5EF4-FFF2-40B4-BE49-F238E27FC236}">
                <a16:creationId xmlns:a16="http://schemas.microsoft.com/office/drawing/2014/main" id="{94F773C4-31CF-AA4E-892D-2391DF9E4062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10445512" y="5336734"/>
            <a:ext cx="228600" cy="228600"/>
          </a:xfrm>
          <a:prstGeom prst="rect">
            <a:avLst/>
          </a:prstGeom>
        </p:spPr>
      </p:pic>
      <p:pic>
        <p:nvPicPr>
          <p:cNvPr id="154" name="Graphic 153">
            <a:extLst>
              <a:ext uri="{FF2B5EF4-FFF2-40B4-BE49-F238E27FC236}">
                <a16:creationId xmlns:a16="http://schemas.microsoft.com/office/drawing/2014/main" id="{EEC01F21-4BA3-C246-9D67-09B4F25011A4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10430865" y="6052006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8146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8A999-467D-1B46-AB2C-CF652BD3F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600" y="2247088"/>
            <a:ext cx="3434401" cy="267510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Icons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7B0808D-BDD4-694C-AAB9-987208945F78}"/>
              </a:ext>
            </a:extLst>
          </p:cNvPr>
          <p:cNvSpPr txBox="1">
            <a:spLocks/>
          </p:cNvSpPr>
          <p:nvPr/>
        </p:nvSpPr>
        <p:spPr>
          <a:xfrm>
            <a:off x="4550653" y="778498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Home Nursing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FC5B6C0-8624-BB47-9DBB-75F8313F7E6F}"/>
              </a:ext>
            </a:extLst>
          </p:cNvPr>
          <p:cNvSpPr txBox="1">
            <a:spLocks/>
          </p:cNvSpPr>
          <p:nvPr/>
        </p:nvSpPr>
        <p:spPr>
          <a:xfrm>
            <a:off x="4550653" y="1476700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Hospital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3D09012-F6AB-BF4A-8297-16CA66D5314F}"/>
              </a:ext>
            </a:extLst>
          </p:cNvPr>
          <p:cNvSpPr txBox="1">
            <a:spLocks/>
          </p:cNvSpPr>
          <p:nvPr/>
        </p:nvSpPr>
        <p:spPr>
          <a:xfrm>
            <a:off x="4550653" y="2174902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Location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7BCF212-E694-ED41-80C7-ABBF27A61735}"/>
              </a:ext>
            </a:extLst>
          </p:cNvPr>
          <p:cNvSpPr txBox="1">
            <a:spLocks/>
          </p:cNvSpPr>
          <p:nvPr/>
        </p:nvSpPr>
        <p:spPr>
          <a:xfrm>
            <a:off x="4550653" y="2873104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Loving Life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D5C82813-4C6A-2643-8E42-830D6DC70022}"/>
              </a:ext>
            </a:extLst>
          </p:cNvPr>
          <p:cNvSpPr txBox="1">
            <a:spLocks/>
          </p:cNvSpPr>
          <p:nvPr/>
        </p:nvSpPr>
        <p:spPr>
          <a:xfrm>
            <a:off x="4550653" y="3571306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Luggage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44ADC32-1CB8-E940-9288-154D11B89CE9}"/>
              </a:ext>
            </a:extLst>
          </p:cNvPr>
          <p:cNvSpPr txBox="1">
            <a:spLocks/>
          </p:cNvSpPr>
          <p:nvPr/>
        </p:nvSpPr>
        <p:spPr>
          <a:xfrm>
            <a:off x="4550653" y="4269508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Major Dental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68794EC0-F71D-A14B-B500-681F71E0FB54}"/>
              </a:ext>
            </a:extLst>
          </p:cNvPr>
          <p:cNvSpPr txBox="1">
            <a:spLocks/>
          </p:cNvSpPr>
          <p:nvPr/>
        </p:nvSpPr>
        <p:spPr>
          <a:xfrm>
            <a:off x="4550653" y="4967710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Medical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D6D1C273-2AC4-2340-AF23-4EF8ADD04734}"/>
              </a:ext>
            </a:extLst>
          </p:cNvPr>
          <p:cNvSpPr txBox="1">
            <a:spLocks/>
          </p:cNvSpPr>
          <p:nvPr/>
        </p:nvSpPr>
        <p:spPr>
          <a:xfrm>
            <a:off x="4550653" y="5665912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Messaging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222C87C2-6DD8-044D-BAEC-B07AA63DB836}"/>
              </a:ext>
            </a:extLst>
          </p:cNvPr>
          <p:cNvSpPr txBox="1">
            <a:spLocks/>
          </p:cNvSpPr>
          <p:nvPr/>
        </p:nvSpPr>
        <p:spPr>
          <a:xfrm>
            <a:off x="4550653" y="6364109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Mind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26D856E9-04DB-204F-A17B-DE3CFBDF7EAB}"/>
              </a:ext>
            </a:extLst>
          </p:cNvPr>
          <p:cNvSpPr txBox="1">
            <a:spLocks/>
          </p:cNvSpPr>
          <p:nvPr/>
        </p:nvSpPr>
        <p:spPr>
          <a:xfrm>
            <a:off x="6372072" y="779126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Movement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59A80880-DAD2-5744-9B61-403B4958D0AD}"/>
              </a:ext>
            </a:extLst>
          </p:cNvPr>
          <p:cNvSpPr txBox="1">
            <a:spLocks/>
          </p:cNvSpPr>
          <p:nvPr/>
        </p:nvSpPr>
        <p:spPr>
          <a:xfrm>
            <a:off x="6372072" y="1489838"/>
            <a:ext cx="1479022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Multi Year Partners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03EDE5EE-2CDD-E54F-80FB-49913E0DA8C6}"/>
              </a:ext>
            </a:extLst>
          </p:cNvPr>
          <p:cNvSpPr txBox="1">
            <a:spLocks/>
          </p:cNvSpPr>
          <p:nvPr/>
        </p:nvSpPr>
        <p:spPr>
          <a:xfrm>
            <a:off x="6372072" y="2200550"/>
            <a:ext cx="1611388" cy="156969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Orthodontia</a:t>
            </a: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AAE615E3-F16E-0646-8590-25557458B23E}"/>
              </a:ext>
            </a:extLst>
          </p:cNvPr>
          <p:cNvSpPr txBox="1">
            <a:spLocks/>
          </p:cNvSpPr>
          <p:nvPr/>
        </p:nvSpPr>
        <p:spPr>
          <a:xfrm>
            <a:off x="6372072" y="2839631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Outpatient</a:t>
            </a:r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5EC5CA43-C026-144B-8EC4-17BCB6A1033F}"/>
              </a:ext>
            </a:extLst>
          </p:cNvPr>
          <p:cNvSpPr txBox="1">
            <a:spLocks/>
          </p:cNvSpPr>
          <p:nvPr/>
        </p:nvSpPr>
        <p:spPr>
          <a:xfrm>
            <a:off x="6372072" y="3550343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Pathology</a:t>
            </a: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161957B9-B4B2-BC40-9AE8-C8816C5FAC2B}"/>
              </a:ext>
            </a:extLst>
          </p:cNvPr>
          <p:cNvSpPr txBox="1">
            <a:spLocks/>
          </p:cNvSpPr>
          <p:nvPr/>
        </p:nvSpPr>
        <p:spPr>
          <a:xfrm>
            <a:off x="6372072" y="4261055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Pharmaceutical</a:t>
            </a: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4BAC54C4-39BB-614C-AD66-44636653EA6F}"/>
              </a:ext>
            </a:extLst>
          </p:cNvPr>
          <p:cNvSpPr txBox="1">
            <a:spLocks/>
          </p:cNvSpPr>
          <p:nvPr/>
        </p:nvSpPr>
        <p:spPr>
          <a:xfrm>
            <a:off x="6372072" y="4971767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Photo Claim</a:t>
            </a:r>
          </a:p>
        </p:txBody>
      </p:sp>
      <p:sp>
        <p:nvSpPr>
          <p:cNvPr id="47" name="Title 1">
            <a:extLst>
              <a:ext uri="{FF2B5EF4-FFF2-40B4-BE49-F238E27FC236}">
                <a16:creationId xmlns:a16="http://schemas.microsoft.com/office/drawing/2014/main" id="{0D382315-C93C-FD4A-81D4-4B054315F5A6}"/>
              </a:ext>
            </a:extLst>
          </p:cNvPr>
          <p:cNvSpPr txBox="1">
            <a:spLocks/>
          </p:cNvSpPr>
          <p:nvPr/>
        </p:nvSpPr>
        <p:spPr>
          <a:xfrm>
            <a:off x="6372072" y="5682479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Physio</a:t>
            </a:r>
          </a:p>
        </p:txBody>
      </p:sp>
      <p:sp>
        <p:nvSpPr>
          <p:cNvPr id="48" name="Title 1">
            <a:extLst>
              <a:ext uri="{FF2B5EF4-FFF2-40B4-BE49-F238E27FC236}">
                <a16:creationId xmlns:a16="http://schemas.microsoft.com/office/drawing/2014/main" id="{38286178-9061-1348-A5A7-0AF3F4E5A1E2}"/>
              </a:ext>
            </a:extLst>
          </p:cNvPr>
          <p:cNvSpPr txBox="1">
            <a:spLocks/>
          </p:cNvSpPr>
          <p:nvPr/>
        </p:nvSpPr>
        <p:spPr>
          <a:xfrm>
            <a:off x="6372072" y="6393194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Plant</a:t>
            </a:r>
          </a:p>
        </p:txBody>
      </p:sp>
      <p:sp>
        <p:nvSpPr>
          <p:cNvPr id="70" name="Title 1">
            <a:extLst>
              <a:ext uri="{FF2B5EF4-FFF2-40B4-BE49-F238E27FC236}">
                <a16:creationId xmlns:a16="http://schemas.microsoft.com/office/drawing/2014/main" id="{944BB62F-96C3-DE4B-BEE7-5EA24ECC5E98}"/>
              </a:ext>
            </a:extLst>
          </p:cNvPr>
          <p:cNvSpPr txBox="1">
            <a:spLocks/>
          </p:cNvSpPr>
          <p:nvPr/>
        </p:nvSpPr>
        <p:spPr>
          <a:xfrm>
            <a:off x="8500871" y="783285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Podiatry</a:t>
            </a:r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5D41A411-1BF3-914B-8B33-5C39E738C85D}"/>
              </a:ext>
            </a:extLst>
          </p:cNvPr>
          <p:cNvSpPr txBox="1">
            <a:spLocks/>
          </p:cNvSpPr>
          <p:nvPr/>
        </p:nvSpPr>
        <p:spPr>
          <a:xfrm>
            <a:off x="8500871" y="1491061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Price</a:t>
            </a:r>
          </a:p>
        </p:txBody>
      </p:sp>
      <p:sp>
        <p:nvSpPr>
          <p:cNvPr id="72" name="Title 1">
            <a:extLst>
              <a:ext uri="{FF2B5EF4-FFF2-40B4-BE49-F238E27FC236}">
                <a16:creationId xmlns:a16="http://schemas.microsoft.com/office/drawing/2014/main" id="{0A5BB892-B259-8943-868C-26BFEE052E74}"/>
              </a:ext>
            </a:extLst>
          </p:cNvPr>
          <p:cNvSpPr txBox="1">
            <a:spLocks/>
          </p:cNvSpPr>
          <p:nvPr/>
        </p:nvSpPr>
        <p:spPr>
          <a:xfrm>
            <a:off x="8500871" y="2198837"/>
            <a:ext cx="1611388" cy="156969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Rehab</a:t>
            </a:r>
          </a:p>
        </p:txBody>
      </p:sp>
      <p:sp>
        <p:nvSpPr>
          <p:cNvPr id="73" name="Title 1">
            <a:extLst>
              <a:ext uri="{FF2B5EF4-FFF2-40B4-BE49-F238E27FC236}">
                <a16:creationId xmlns:a16="http://schemas.microsoft.com/office/drawing/2014/main" id="{5730D912-68AC-A844-80E4-4613DC35D221}"/>
              </a:ext>
            </a:extLst>
          </p:cNvPr>
          <p:cNvSpPr txBox="1">
            <a:spLocks/>
          </p:cNvSpPr>
          <p:nvPr/>
        </p:nvSpPr>
        <p:spPr>
          <a:xfrm>
            <a:off x="8500871" y="2834982"/>
            <a:ext cx="1536192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Remedial Massage</a:t>
            </a:r>
          </a:p>
        </p:txBody>
      </p:sp>
      <p:sp>
        <p:nvSpPr>
          <p:cNvPr id="74" name="Title 1">
            <a:extLst>
              <a:ext uri="{FF2B5EF4-FFF2-40B4-BE49-F238E27FC236}">
                <a16:creationId xmlns:a16="http://schemas.microsoft.com/office/drawing/2014/main" id="{78125889-47AD-F148-9E9F-504529ED70DA}"/>
              </a:ext>
            </a:extLst>
          </p:cNvPr>
          <p:cNvSpPr txBox="1">
            <a:spLocks/>
          </p:cNvSpPr>
          <p:nvPr/>
        </p:nvSpPr>
        <p:spPr>
          <a:xfrm>
            <a:off x="8500871" y="3542758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Rewards</a:t>
            </a:r>
          </a:p>
        </p:txBody>
      </p:sp>
      <p:sp>
        <p:nvSpPr>
          <p:cNvPr id="75" name="Title 1">
            <a:extLst>
              <a:ext uri="{FF2B5EF4-FFF2-40B4-BE49-F238E27FC236}">
                <a16:creationId xmlns:a16="http://schemas.microsoft.com/office/drawing/2014/main" id="{EBA04B7F-D117-844D-AAB6-A132F99D69CC}"/>
              </a:ext>
            </a:extLst>
          </p:cNvPr>
          <p:cNvSpPr txBox="1">
            <a:spLocks/>
          </p:cNvSpPr>
          <p:nvPr/>
        </p:nvSpPr>
        <p:spPr>
          <a:xfrm>
            <a:off x="8500871" y="4250534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Savings</a:t>
            </a:r>
          </a:p>
        </p:txBody>
      </p:sp>
      <p:sp>
        <p:nvSpPr>
          <p:cNvPr id="76" name="Title 1">
            <a:extLst>
              <a:ext uri="{FF2B5EF4-FFF2-40B4-BE49-F238E27FC236}">
                <a16:creationId xmlns:a16="http://schemas.microsoft.com/office/drawing/2014/main" id="{610949CF-632A-F84F-B310-6107AB7EC3CD}"/>
              </a:ext>
            </a:extLst>
          </p:cNvPr>
          <p:cNvSpPr txBox="1">
            <a:spLocks/>
          </p:cNvSpPr>
          <p:nvPr/>
        </p:nvSpPr>
        <p:spPr>
          <a:xfrm>
            <a:off x="8500871" y="4958310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Search</a:t>
            </a:r>
          </a:p>
        </p:txBody>
      </p:sp>
      <p:sp>
        <p:nvSpPr>
          <p:cNvPr id="77" name="Title 1">
            <a:extLst>
              <a:ext uri="{FF2B5EF4-FFF2-40B4-BE49-F238E27FC236}">
                <a16:creationId xmlns:a16="http://schemas.microsoft.com/office/drawing/2014/main" id="{573C920D-80AB-D846-9019-65FC508C71FA}"/>
              </a:ext>
            </a:extLst>
          </p:cNvPr>
          <p:cNvSpPr txBox="1">
            <a:spLocks/>
          </p:cNvSpPr>
          <p:nvPr/>
        </p:nvSpPr>
        <p:spPr>
          <a:xfrm>
            <a:off x="8500871" y="5666086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Single</a:t>
            </a:r>
          </a:p>
        </p:txBody>
      </p:sp>
      <p:sp>
        <p:nvSpPr>
          <p:cNvPr id="78" name="Title 1">
            <a:extLst>
              <a:ext uri="{FF2B5EF4-FFF2-40B4-BE49-F238E27FC236}">
                <a16:creationId xmlns:a16="http://schemas.microsoft.com/office/drawing/2014/main" id="{DABDFF5A-29F8-0B4A-BF35-28D32998DD86}"/>
              </a:ext>
            </a:extLst>
          </p:cNvPr>
          <p:cNvSpPr txBox="1">
            <a:spLocks/>
          </p:cNvSpPr>
          <p:nvPr/>
        </p:nvSpPr>
        <p:spPr>
          <a:xfrm>
            <a:off x="8500871" y="6373866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Single Parent</a:t>
            </a:r>
          </a:p>
        </p:txBody>
      </p:sp>
      <p:sp>
        <p:nvSpPr>
          <p:cNvPr id="113" name="Title 1">
            <a:extLst>
              <a:ext uri="{FF2B5EF4-FFF2-40B4-BE49-F238E27FC236}">
                <a16:creationId xmlns:a16="http://schemas.microsoft.com/office/drawing/2014/main" id="{2C3C5794-A58A-0E4B-9F71-87B258ACD2AB}"/>
              </a:ext>
            </a:extLst>
          </p:cNvPr>
          <p:cNvSpPr txBox="1">
            <a:spLocks/>
          </p:cNvSpPr>
          <p:nvPr/>
        </p:nvSpPr>
        <p:spPr>
          <a:xfrm>
            <a:off x="10403337" y="813640"/>
            <a:ext cx="1853168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Smart Watch Message</a:t>
            </a:r>
          </a:p>
        </p:txBody>
      </p:sp>
      <p:sp>
        <p:nvSpPr>
          <p:cNvPr id="114" name="Title 1">
            <a:extLst>
              <a:ext uri="{FF2B5EF4-FFF2-40B4-BE49-F238E27FC236}">
                <a16:creationId xmlns:a16="http://schemas.microsoft.com/office/drawing/2014/main" id="{B82B9901-7D0A-4142-AE37-B4A3F6EF12FB}"/>
              </a:ext>
            </a:extLst>
          </p:cNvPr>
          <p:cNvSpPr txBox="1">
            <a:spLocks/>
          </p:cNvSpPr>
          <p:nvPr/>
        </p:nvSpPr>
        <p:spPr>
          <a:xfrm>
            <a:off x="10403337" y="1519386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Success</a:t>
            </a:r>
          </a:p>
        </p:txBody>
      </p:sp>
      <p:sp>
        <p:nvSpPr>
          <p:cNvPr id="115" name="Title 1">
            <a:extLst>
              <a:ext uri="{FF2B5EF4-FFF2-40B4-BE49-F238E27FC236}">
                <a16:creationId xmlns:a16="http://schemas.microsoft.com/office/drawing/2014/main" id="{F722EB94-8DCF-A141-93DB-8FAA1064E5F3}"/>
              </a:ext>
            </a:extLst>
          </p:cNvPr>
          <p:cNvSpPr txBox="1">
            <a:spLocks/>
          </p:cNvSpPr>
          <p:nvPr/>
        </p:nvSpPr>
        <p:spPr>
          <a:xfrm>
            <a:off x="10403337" y="2225132"/>
            <a:ext cx="1611388" cy="156969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Support</a:t>
            </a:r>
          </a:p>
        </p:txBody>
      </p:sp>
      <p:sp>
        <p:nvSpPr>
          <p:cNvPr id="116" name="Title 1">
            <a:extLst>
              <a:ext uri="{FF2B5EF4-FFF2-40B4-BE49-F238E27FC236}">
                <a16:creationId xmlns:a16="http://schemas.microsoft.com/office/drawing/2014/main" id="{1E2AB5C2-1696-5B43-B21E-B41D171EED5A}"/>
              </a:ext>
            </a:extLst>
          </p:cNvPr>
          <p:cNvSpPr txBox="1">
            <a:spLocks/>
          </p:cNvSpPr>
          <p:nvPr/>
        </p:nvSpPr>
        <p:spPr>
          <a:xfrm>
            <a:off x="10403337" y="2859247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Surgery</a:t>
            </a:r>
          </a:p>
        </p:txBody>
      </p:sp>
      <p:sp>
        <p:nvSpPr>
          <p:cNvPr id="117" name="Title 1">
            <a:extLst>
              <a:ext uri="{FF2B5EF4-FFF2-40B4-BE49-F238E27FC236}">
                <a16:creationId xmlns:a16="http://schemas.microsoft.com/office/drawing/2014/main" id="{CC3A2267-2319-4244-8A7A-21925F044C59}"/>
              </a:ext>
            </a:extLst>
          </p:cNvPr>
          <p:cNvSpPr txBox="1">
            <a:spLocks/>
          </p:cNvSpPr>
          <p:nvPr/>
        </p:nvSpPr>
        <p:spPr>
          <a:xfrm>
            <a:off x="10403337" y="3564993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The Check Up</a:t>
            </a:r>
          </a:p>
        </p:txBody>
      </p:sp>
      <p:sp>
        <p:nvSpPr>
          <p:cNvPr id="118" name="Title 1">
            <a:extLst>
              <a:ext uri="{FF2B5EF4-FFF2-40B4-BE49-F238E27FC236}">
                <a16:creationId xmlns:a16="http://schemas.microsoft.com/office/drawing/2014/main" id="{91E022D1-0C18-F24D-85AA-E40E67D45714}"/>
              </a:ext>
            </a:extLst>
          </p:cNvPr>
          <p:cNvSpPr txBox="1">
            <a:spLocks/>
          </p:cNvSpPr>
          <p:nvPr/>
        </p:nvSpPr>
        <p:spPr>
          <a:xfrm>
            <a:off x="10403337" y="4270739"/>
            <a:ext cx="1753035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Travel</a:t>
            </a:r>
          </a:p>
        </p:txBody>
      </p:sp>
      <p:sp>
        <p:nvSpPr>
          <p:cNvPr id="119" name="Title 1">
            <a:extLst>
              <a:ext uri="{FF2B5EF4-FFF2-40B4-BE49-F238E27FC236}">
                <a16:creationId xmlns:a16="http://schemas.microsoft.com/office/drawing/2014/main" id="{B333112A-E8EB-924C-B89B-C898C57401EB}"/>
              </a:ext>
            </a:extLst>
          </p:cNvPr>
          <p:cNvSpPr txBox="1">
            <a:spLocks/>
          </p:cNvSpPr>
          <p:nvPr/>
        </p:nvSpPr>
        <p:spPr>
          <a:xfrm>
            <a:off x="10403337" y="4976485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Treatment Plan</a:t>
            </a:r>
          </a:p>
        </p:txBody>
      </p:sp>
      <p:sp>
        <p:nvSpPr>
          <p:cNvPr id="120" name="Title 1">
            <a:extLst>
              <a:ext uri="{FF2B5EF4-FFF2-40B4-BE49-F238E27FC236}">
                <a16:creationId xmlns:a16="http://schemas.microsoft.com/office/drawing/2014/main" id="{0AE4FA14-9943-A549-B590-E0B9485FD06F}"/>
              </a:ext>
            </a:extLst>
          </p:cNvPr>
          <p:cNvSpPr txBox="1">
            <a:spLocks/>
          </p:cNvSpPr>
          <p:nvPr/>
        </p:nvSpPr>
        <p:spPr>
          <a:xfrm>
            <a:off x="10403337" y="5682231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Virus</a:t>
            </a:r>
          </a:p>
        </p:txBody>
      </p:sp>
      <p:sp>
        <p:nvSpPr>
          <p:cNvPr id="121" name="Title 1">
            <a:extLst>
              <a:ext uri="{FF2B5EF4-FFF2-40B4-BE49-F238E27FC236}">
                <a16:creationId xmlns:a16="http://schemas.microsoft.com/office/drawing/2014/main" id="{60D60A06-9D6E-BB4C-AF77-7EEDFB417BB9}"/>
              </a:ext>
            </a:extLst>
          </p:cNvPr>
          <p:cNvSpPr txBox="1">
            <a:spLocks/>
          </p:cNvSpPr>
          <p:nvPr/>
        </p:nvSpPr>
        <p:spPr>
          <a:xfrm>
            <a:off x="10403337" y="6387974"/>
            <a:ext cx="1255240" cy="2286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200" b="0"/>
              <a:t>Yoga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BF6B13E-5D9B-1548-86BC-E9AB78C064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50653" y="429397"/>
            <a:ext cx="228600" cy="2286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8379080-ADB9-9F46-AEAA-3A58E34286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50653" y="1127599"/>
            <a:ext cx="228600" cy="2286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E7B43EE4-C065-C042-B490-63D33D94BA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50653" y="1825801"/>
            <a:ext cx="228600" cy="2286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0746B801-D24E-874D-A3EA-7B8638D174A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50653" y="2524003"/>
            <a:ext cx="228600" cy="22860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FB06F254-1906-A74E-B5F5-B0B490265B5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50653" y="3222205"/>
            <a:ext cx="228600" cy="22860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0FCD544B-E341-AB4D-A8D0-B77F23C1E4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50653" y="3920407"/>
            <a:ext cx="228600" cy="22860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195D8E47-C261-2F47-9A15-4B876274481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550653" y="4618609"/>
            <a:ext cx="228600" cy="22860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004B9A95-7C71-F845-85BA-FFFE035A50F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550653" y="5316811"/>
            <a:ext cx="228600" cy="22860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9A153DF6-D537-5A45-9511-47F51DEC985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550653" y="6015013"/>
            <a:ext cx="228600" cy="22860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6C220140-C0C1-0C4D-B786-5B9D6ED2DF1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372072" y="423770"/>
            <a:ext cx="228600" cy="228600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4988551D-33FC-F542-8A4F-6CEBBA680D0B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372072" y="1134482"/>
            <a:ext cx="228600" cy="228600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14513D2E-2260-8741-848F-B4D8505624A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372072" y="1845194"/>
            <a:ext cx="228600" cy="228600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E5A8046C-EAE8-4C48-8DB6-C5A7953D0E30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372072" y="2484275"/>
            <a:ext cx="228600" cy="228600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75CD9354-1C23-4C46-A7E3-F97E6093F4F3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372072" y="3194987"/>
            <a:ext cx="228600" cy="228600"/>
          </a:xfrm>
          <a:prstGeom prst="rect">
            <a:avLst/>
          </a:prstGeom>
        </p:spPr>
      </p:pic>
      <p:pic>
        <p:nvPicPr>
          <p:cNvPr id="81" name="Graphic 80">
            <a:extLst>
              <a:ext uri="{FF2B5EF4-FFF2-40B4-BE49-F238E27FC236}">
                <a16:creationId xmlns:a16="http://schemas.microsoft.com/office/drawing/2014/main" id="{D68F06FA-C736-5840-A7D9-5E3D031193CD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372072" y="3905699"/>
            <a:ext cx="228600" cy="228600"/>
          </a:xfrm>
          <a:prstGeom prst="rect">
            <a:avLst/>
          </a:prstGeom>
        </p:spPr>
      </p:pic>
      <p:pic>
        <p:nvPicPr>
          <p:cNvPr id="83" name="Graphic 82">
            <a:extLst>
              <a:ext uri="{FF2B5EF4-FFF2-40B4-BE49-F238E27FC236}">
                <a16:creationId xmlns:a16="http://schemas.microsoft.com/office/drawing/2014/main" id="{EE683785-64AB-314F-A263-F6FFA8F6FFC3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6372072" y="4616411"/>
            <a:ext cx="228600" cy="228600"/>
          </a:xfrm>
          <a:prstGeom prst="rect">
            <a:avLst/>
          </a:prstGeom>
        </p:spPr>
      </p:pic>
      <p:pic>
        <p:nvPicPr>
          <p:cNvPr id="85" name="Graphic 84">
            <a:extLst>
              <a:ext uri="{FF2B5EF4-FFF2-40B4-BE49-F238E27FC236}">
                <a16:creationId xmlns:a16="http://schemas.microsoft.com/office/drawing/2014/main" id="{4D16637C-F28A-0247-BD43-80C627C62AED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6372072" y="5327123"/>
            <a:ext cx="228600" cy="228600"/>
          </a:xfrm>
          <a:prstGeom prst="rect">
            <a:avLst/>
          </a:prstGeom>
        </p:spPr>
      </p:pic>
      <p:pic>
        <p:nvPicPr>
          <p:cNvPr id="87" name="Graphic 86">
            <a:extLst>
              <a:ext uri="{FF2B5EF4-FFF2-40B4-BE49-F238E27FC236}">
                <a16:creationId xmlns:a16="http://schemas.microsoft.com/office/drawing/2014/main" id="{C819E4D0-EC8F-454A-B2DF-20CE8110FB85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372072" y="6037835"/>
            <a:ext cx="228600" cy="228600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F5265624-F180-4247-A72C-2D5F953589C6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8500871" y="429397"/>
            <a:ext cx="228600" cy="228600"/>
          </a:xfrm>
          <a:prstGeom prst="rect">
            <a:avLst/>
          </a:prstGeom>
        </p:spPr>
      </p:pic>
      <p:pic>
        <p:nvPicPr>
          <p:cNvPr id="93" name="Graphic 92">
            <a:extLst>
              <a:ext uri="{FF2B5EF4-FFF2-40B4-BE49-F238E27FC236}">
                <a16:creationId xmlns:a16="http://schemas.microsoft.com/office/drawing/2014/main" id="{01B630A4-3A41-A64A-9211-B002AAA7F7BB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8500871" y="1137173"/>
            <a:ext cx="228600" cy="228600"/>
          </a:xfrm>
          <a:prstGeom prst="rect">
            <a:avLst/>
          </a:prstGeom>
        </p:spPr>
      </p:pic>
      <p:pic>
        <p:nvPicPr>
          <p:cNvPr id="96" name="Graphic 95">
            <a:extLst>
              <a:ext uri="{FF2B5EF4-FFF2-40B4-BE49-F238E27FC236}">
                <a16:creationId xmlns:a16="http://schemas.microsoft.com/office/drawing/2014/main" id="{C30357B3-B6AB-6240-8633-244332ADD72D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8500871" y="1844949"/>
            <a:ext cx="228600" cy="228600"/>
          </a:xfrm>
          <a:prstGeom prst="rect">
            <a:avLst/>
          </a:prstGeom>
        </p:spPr>
      </p:pic>
      <p:pic>
        <p:nvPicPr>
          <p:cNvPr id="99" name="Graphic 98">
            <a:extLst>
              <a:ext uri="{FF2B5EF4-FFF2-40B4-BE49-F238E27FC236}">
                <a16:creationId xmlns:a16="http://schemas.microsoft.com/office/drawing/2014/main" id="{DECFFDF3-5E59-F046-87F1-103750CBFB2F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8500871" y="2481094"/>
            <a:ext cx="228600" cy="228600"/>
          </a:xfrm>
          <a:prstGeom prst="rect">
            <a:avLst/>
          </a:prstGeom>
        </p:spPr>
      </p:pic>
      <p:pic>
        <p:nvPicPr>
          <p:cNvPr id="102" name="Graphic 101">
            <a:extLst>
              <a:ext uri="{FF2B5EF4-FFF2-40B4-BE49-F238E27FC236}">
                <a16:creationId xmlns:a16="http://schemas.microsoft.com/office/drawing/2014/main" id="{C7AFE745-A495-4140-AFFA-89CEB5B9F5CB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8500871" y="3188870"/>
            <a:ext cx="228600" cy="228600"/>
          </a:xfrm>
          <a:prstGeom prst="rect">
            <a:avLst/>
          </a:prstGeom>
        </p:spPr>
      </p:pic>
      <p:pic>
        <p:nvPicPr>
          <p:cNvPr id="110" name="Graphic 109">
            <a:extLst>
              <a:ext uri="{FF2B5EF4-FFF2-40B4-BE49-F238E27FC236}">
                <a16:creationId xmlns:a16="http://schemas.microsoft.com/office/drawing/2014/main" id="{15EEB06D-08A3-0842-94D4-862934FF2346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8500871" y="4604422"/>
            <a:ext cx="228600" cy="228600"/>
          </a:xfrm>
          <a:prstGeom prst="rect">
            <a:avLst/>
          </a:prstGeom>
        </p:spPr>
      </p:pic>
      <p:pic>
        <p:nvPicPr>
          <p:cNvPr id="122" name="Graphic 121">
            <a:extLst>
              <a:ext uri="{FF2B5EF4-FFF2-40B4-BE49-F238E27FC236}">
                <a16:creationId xmlns:a16="http://schemas.microsoft.com/office/drawing/2014/main" id="{660387F6-7FE6-AE47-A02F-079BB2EB6332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8500871" y="5312198"/>
            <a:ext cx="228600" cy="228600"/>
          </a:xfrm>
          <a:prstGeom prst="rect">
            <a:avLst/>
          </a:prstGeom>
        </p:spPr>
      </p:pic>
      <p:pic>
        <p:nvPicPr>
          <p:cNvPr id="124" name="Graphic 123">
            <a:extLst>
              <a:ext uri="{FF2B5EF4-FFF2-40B4-BE49-F238E27FC236}">
                <a16:creationId xmlns:a16="http://schemas.microsoft.com/office/drawing/2014/main" id="{46F48EAA-3896-7A49-BACE-FA5AD65DB50E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8500871" y="6019974"/>
            <a:ext cx="228600" cy="228600"/>
          </a:xfrm>
          <a:prstGeom prst="rect">
            <a:avLst/>
          </a:prstGeom>
        </p:spPr>
      </p:pic>
      <p:pic>
        <p:nvPicPr>
          <p:cNvPr id="126" name="Graphic 125">
            <a:extLst>
              <a:ext uri="{FF2B5EF4-FFF2-40B4-BE49-F238E27FC236}">
                <a16:creationId xmlns:a16="http://schemas.microsoft.com/office/drawing/2014/main" id="{69447EB6-252E-404E-B2E8-AD0BC821360C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10403337" y="460767"/>
            <a:ext cx="228600" cy="228600"/>
          </a:xfrm>
          <a:prstGeom prst="rect">
            <a:avLst/>
          </a:prstGeom>
        </p:spPr>
      </p:pic>
      <p:pic>
        <p:nvPicPr>
          <p:cNvPr id="128" name="Graphic 127">
            <a:extLst>
              <a:ext uri="{FF2B5EF4-FFF2-40B4-BE49-F238E27FC236}">
                <a16:creationId xmlns:a16="http://schemas.microsoft.com/office/drawing/2014/main" id="{A2071FBD-11DD-1948-AAB0-1975C4FE4EF0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10403337" y="1166513"/>
            <a:ext cx="228600" cy="228600"/>
          </a:xfrm>
          <a:prstGeom prst="rect">
            <a:avLst/>
          </a:prstGeom>
        </p:spPr>
      </p:pic>
      <p:pic>
        <p:nvPicPr>
          <p:cNvPr id="130" name="Graphic 129">
            <a:extLst>
              <a:ext uri="{FF2B5EF4-FFF2-40B4-BE49-F238E27FC236}">
                <a16:creationId xmlns:a16="http://schemas.microsoft.com/office/drawing/2014/main" id="{06B61554-FD99-A441-8770-8BE71F3E6962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10403337" y="1872259"/>
            <a:ext cx="228600" cy="228600"/>
          </a:xfrm>
          <a:prstGeom prst="rect">
            <a:avLst/>
          </a:prstGeom>
        </p:spPr>
      </p:pic>
      <p:pic>
        <p:nvPicPr>
          <p:cNvPr id="133" name="Graphic 132">
            <a:extLst>
              <a:ext uri="{FF2B5EF4-FFF2-40B4-BE49-F238E27FC236}">
                <a16:creationId xmlns:a16="http://schemas.microsoft.com/office/drawing/2014/main" id="{D8116DE8-037D-694C-9853-A1FDE7C998AC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10403337" y="2506374"/>
            <a:ext cx="228600" cy="228600"/>
          </a:xfrm>
          <a:prstGeom prst="rect">
            <a:avLst/>
          </a:prstGeom>
        </p:spPr>
      </p:pic>
      <p:pic>
        <p:nvPicPr>
          <p:cNvPr id="136" name="Graphic 135">
            <a:extLst>
              <a:ext uri="{FF2B5EF4-FFF2-40B4-BE49-F238E27FC236}">
                <a16:creationId xmlns:a16="http://schemas.microsoft.com/office/drawing/2014/main" id="{90603CAC-5AE0-B54B-A338-985BED08CEF7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0403337" y="3212120"/>
            <a:ext cx="228600" cy="228600"/>
          </a:xfrm>
          <a:prstGeom prst="rect">
            <a:avLst/>
          </a:prstGeom>
        </p:spPr>
      </p:pic>
      <p:pic>
        <p:nvPicPr>
          <p:cNvPr id="139" name="Graphic 138">
            <a:extLst>
              <a:ext uri="{FF2B5EF4-FFF2-40B4-BE49-F238E27FC236}">
                <a16:creationId xmlns:a16="http://schemas.microsoft.com/office/drawing/2014/main" id="{90C80673-4673-F744-99E5-5B06EF1DA04F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10403337" y="3917866"/>
            <a:ext cx="228600" cy="228600"/>
          </a:xfrm>
          <a:prstGeom prst="rect">
            <a:avLst/>
          </a:prstGeom>
        </p:spPr>
      </p:pic>
      <p:pic>
        <p:nvPicPr>
          <p:cNvPr id="142" name="Graphic 141">
            <a:extLst>
              <a:ext uri="{FF2B5EF4-FFF2-40B4-BE49-F238E27FC236}">
                <a16:creationId xmlns:a16="http://schemas.microsoft.com/office/drawing/2014/main" id="{AC570404-0ED9-E04C-B2A4-FCF724609E53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10403337" y="4623612"/>
            <a:ext cx="228600" cy="228600"/>
          </a:xfrm>
          <a:prstGeom prst="rect">
            <a:avLst/>
          </a:prstGeom>
        </p:spPr>
      </p:pic>
      <p:pic>
        <p:nvPicPr>
          <p:cNvPr id="147" name="Graphic 146">
            <a:extLst>
              <a:ext uri="{FF2B5EF4-FFF2-40B4-BE49-F238E27FC236}">
                <a16:creationId xmlns:a16="http://schemas.microsoft.com/office/drawing/2014/main" id="{A9038161-8A77-ED46-897B-A0BCE88C0EFC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10403337" y="5329358"/>
            <a:ext cx="228600" cy="228600"/>
          </a:xfrm>
          <a:prstGeom prst="rect">
            <a:avLst/>
          </a:prstGeom>
        </p:spPr>
      </p:pic>
      <p:pic>
        <p:nvPicPr>
          <p:cNvPr id="151" name="Graphic 150">
            <a:extLst>
              <a:ext uri="{FF2B5EF4-FFF2-40B4-BE49-F238E27FC236}">
                <a16:creationId xmlns:a16="http://schemas.microsoft.com/office/drawing/2014/main" id="{4BB06585-3497-C548-9C16-C8A71312548A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10403337" y="6035104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563249"/>
      </p:ext>
    </p:extLst>
  </p:cSld>
  <p:clrMapOvr>
    <a:masterClrMapping/>
  </p:clrMapOvr>
</p:sld>
</file>

<file path=ppt/theme/theme1.xml><?xml version="1.0" encoding="utf-8"?>
<a:theme xmlns:a="http://schemas.openxmlformats.org/drawingml/2006/main" name="nib AGM White">
  <a:themeElements>
    <a:clrScheme name="niib Cream">
      <a:dk1>
        <a:srgbClr val="144B37"/>
      </a:dk1>
      <a:lt1>
        <a:srgbClr val="F9F7E8"/>
      </a:lt1>
      <a:dk2>
        <a:srgbClr val="144B37"/>
      </a:dk2>
      <a:lt2>
        <a:srgbClr val="F9F7E8"/>
      </a:lt2>
      <a:accent1>
        <a:srgbClr val="144B37"/>
      </a:accent1>
      <a:accent2>
        <a:srgbClr val="436F5F"/>
      </a:accent2>
      <a:accent3>
        <a:srgbClr val="729387"/>
      </a:accent3>
      <a:accent4>
        <a:srgbClr val="A1B7AF"/>
      </a:accent4>
      <a:accent5>
        <a:srgbClr val="D0DBD7"/>
      </a:accent5>
      <a:accent6>
        <a:srgbClr val="C3D7B4"/>
      </a:accent6>
      <a:hlink>
        <a:srgbClr val="144B37"/>
      </a:hlink>
      <a:folHlink>
        <a:srgbClr val="144B37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nsight">
  <a:themeElements>
    <a:clrScheme name="nib White">
      <a:dk1>
        <a:srgbClr val="144B37"/>
      </a:dk1>
      <a:lt1>
        <a:srgbClr val="FFFFFF"/>
      </a:lt1>
      <a:dk2>
        <a:srgbClr val="144B37"/>
      </a:dk2>
      <a:lt2>
        <a:srgbClr val="FFFFFF"/>
      </a:lt2>
      <a:accent1>
        <a:srgbClr val="144B37"/>
      </a:accent1>
      <a:accent2>
        <a:srgbClr val="436F5F"/>
      </a:accent2>
      <a:accent3>
        <a:srgbClr val="729387"/>
      </a:accent3>
      <a:accent4>
        <a:srgbClr val="A1B7AF"/>
      </a:accent4>
      <a:accent5>
        <a:srgbClr val="D0DBD7"/>
      </a:accent5>
      <a:accent6>
        <a:srgbClr val="C3D7B4"/>
      </a:accent6>
      <a:hlink>
        <a:srgbClr val="144B37"/>
      </a:hlink>
      <a:folHlink>
        <a:srgbClr val="144B37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ivider slides">
  <a:themeElements>
    <a:clrScheme name="niib Cream">
      <a:dk1>
        <a:srgbClr val="144B37"/>
      </a:dk1>
      <a:lt1>
        <a:srgbClr val="F9F7E8"/>
      </a:lt1>
      <a:dk2>
        <a:srgbClr val="144B37"/>
      </a:dk2>
      <a:lt2>
        <a:srgbClr val="F9F7E8"/>
      </a:lt2>
      <a:accent1>
        <a:srgbClr val="144B37"/>
      </a:accent1>
      <a:accent2>
        <a:srgbClr val="436F5F"/>
      </a:accent2>
      <a:accent3>
        <a:srgbClr val="729387"/>
      </a:accent3>
      <a:accent4>
        <a:srgbClr val="A1B7AF"/>
      </a:accent4>
      <a:accent5>
        <a:srgbClr val="D0DBD7"/>
      </a:accent5>
      <a:accent6>
        <a:srgbClr val="C3D7B4"/>
      </a:accent6>
      <a:hlink>
        <a:srgbClr val="144B37"/>
      </a:hlink>
      <a:folHlink>
        <a:srgbClr val="144B37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itle slides">
  <a:themeElements>
    <a:clrScheme name="niib Cream">
      <a:dk1>
        <a:srgbClr val="144B37"/>
      </a:dk1>
      <a:lt1>
        <a:srgbClr val="F9F7E8"/>
      </a:lt1>
      <a:dk2>
        <a:srgbClr val="144B37"/>
      </a:dk2>
      <a:lt2>
        <a:srgbClr val="F9F7E8"/>
      </a:lt2>
      <a:accent1>
        <a:srgbClr val="144B37"/>
      </a:accent1>
      <a:accent2>
        <a:srgbClr val="436F5F"/>
      </a:accent2>
      <a:accent3>
        <a:srgbClr val="729387"/>
      </a:accent3>
      <a:accent4>
        <a:srgbClr val="A1B7AF"/>
      </a:accent4>
      <a:accent5>
        <a:srgbClr val="D0DBD7"/>
      </a:accent5>
      <a:accent6>
        <a:srgbClr val="C3D7B4"/>
      </a:accent6>
      <a:hlink>
        <a:srgbClr val="144B37"/>
      </a:hlink>
      <a:folHlink>
        <a:srgbClr val="144B37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A46F949092644C9D835CBFDB6B1CEC" ma:contentTypeVersion="20" ma:contentTypeDescription="Create a new document." ma:contentTypeScope="" ma:versionID="0ab81ecc64d0b2aa646b4b6fe721e9d1">
  <xsd:schema xmlns:xsd="http://www.w3.org/2001/XMLSchema" xmlns:xs="http://www.w3.org/2001/XMLSchema" xmlns:p="http://schemas.microsoft.com/office/2006/metadata/properties" xmlns:ns2="e2c02b1f-a008-47b9-8dd4-3625bec54328" xmlns:ns3="857a36cb-05a6-4363-b819-34e4da8d5f65" targetNamespace="http://schemas.microsoft.com/office/2006/metadata/properties" ma:root="true" ma:fieldsID="c59abd09f4c7b6e07d997b0e047c2ad3" ns2:_="" ns3:_="">
    <xsd:import namespace="e2c02b1f-a008-47b9-8dd4-3625bec54328"/>
    <xsd:import namespace="857a36cb-05a6-4363-b819-34e4da8d5f65"/>
    <xsd:element name="properties">
      <xsd:complexType>
        <xsd:sequence>
          <xsd:element name="documentManagement">
            <xsd:complexType>
              <xsd:all>
                <xsd:element ref="ns2:Template_Audience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c02b1f-a008-47b9-8dd4-3625bec54328" elementFormDefault="qualified">
    <xsd:import namespace="http://schemas.microsoft.com/office/2006/documentManagement/types"/>
    <xsd:import namespace="http://schemas.microsoft.com/office/infopath/2007/PartnerControls"/>
    <xsd:element name="Template_Audience" ma:index="8" nillable="true" ma:displayName="Template audience" ma:internalName="Template_Audience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ustralia"/>
                    <xsd:enumeration value="New Zealand"/>
                    <xsd:enumeration value="International Workers"/>
                    <xsd:enumeration value="International Students"/>
                    <xsd:enumeration value="nib International Student Services"/>
                    <xsd:enumeration value="GU Health"/>
                    <xsd:enumeration value="nib Travel"/>
                    <xsd:enumeration value="nib Core"/>
                  </xsd:restriction>
                </xsd:simpleType>
              </xsd:element>
            </xsd:sequence>
          </xsd:extension>
        </xsd:complexContent>
      </xsd:complex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f1073480-5544-40c5-9d2f-04ab237c4f9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7a36cb-05a6-4363-b819-34e4da8d5f65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efb4f08-5824-4de7-befd-0d1cfc008482}" ma:internalName="TaxCatchAll" ma:showField="CatchAllData" ma:web="857a36cb-05a6-4363-b819-34e4da8d5f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mplate_Audience xmlns="e2c02b1f-a008-47b9-8dd4-3625bec54328">
      <Value>Australia</Value>
      <Value>New Zealand</Value>
      <Value>International Workers</Value>
      <Value>International Students</Value>
      <Value>nib International Student Services</Value>
      <Value>GU Health</Value>
      <Value>nib Travel</Value>
      <Value>nib Core</Value>
    </Template_Audience>
    <lcf76f155ced4ddcb4097134ff3c332f xmlns="e2c02b1f-a008-47b9-8dd4-3625bec54328">
      <Terms xmlns="http://schemas.microsoft.com/office/infopath/2007/PartnerControls"/>
    </lcf76f155ced4ddcb4097134ff3c332f>
    <TaxCatchAll xmlns="857a36cb-05a6-4363-b819-34e4da8d5f65" xsi:nil="true"/>
    <SharedWithUsers xmlns="857a36cb-05a6-4363-b819-34e4da8d5f65">
      <UserInfo>
        <DisplayName>Brenden Cavanagh</DisplayName>
        <AccountId>442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4155DAC4-3054-4A92-BF40-087F5F09A1B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4980480-E5C4-421C-A164-CB28CB1FBD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c02b1f-a008-47b9-8dd4-3625bec54328"/>
    <ds:schemaRef ds:uri="857a36cb-05a6-4363-b819-34e4da8d5f6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C15A4DC-2A45-48B0-9F64-D3B8ECA84850}">
  <ds:schemaRefs>
    <ds:schemaRef ds:uri="http://purl.org/dc/dcmitype/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857a36cb-05a6-4363-b819-34e4da8d5f65"/>
    <ds:schemaRef ds:uri="e2c02b1f-a008-47b9-8dd4-3625bec54328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</Words>
  <Application>Microsoft Office PowerPoint</Application>
  <PresentationFormat>Widescreen</PresentationFormat>
  <Paragraphs>76</Paragraphs>
  <Slides>18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nib AGM White</vt:lpstr>
      <vt:lpstr>Insight</vt:lpstr>
      <vt:lpstr>Divider slides</vt:lpstr>
      <vt:lpstr>Title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Icons</vt:lpstr>
      <vt:lpstr>Icons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Cate McNeil</dc:creator>
  <cp:lastModifiedBy>Andrew Chan</cp:lastModifiedBy>
  <cp:revision>8</cp:revision>
  <dcterms:created xsi:type="dcterms:W3CDTF">2021-09-20T05:14:13Z</dcterms:created>
  <dcterms:modified xsi:type="dcterms:W3CDTF">2025-12-22T05:47:07Z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0x01010085A46F949092644C9D835CBFDB6B1CEC</vt:lpwstr>
  </property>
  <property fmtid="{D5CDD505-2E9C-101B-9397-08002B2CF9AE}" pid="3" name="MSIP_Label_87ec0614-dc20-4106-aef8-54b5a5c6c95b_Enabled">
    <vt:lpwstr>true</vt:lpwstr>
  </property>
  <property fmtid="{D5CDD505-2E9C-101B-9397-08002B2CF9AE}" pid="4" name="MSIP_Label_87ec0614-dc20-4106-aef8-54b5a5c6c95b_SetDate">
    <vt:lpwstr>2022-01-30T05:48:20Z</vt:lpwstr>
  </property>
  <property fmtid="{D5CDD505-2E9C-101B-9397-08002B2CF9AE}" pid="5" name="MSIP_Label_87ec0614-dc20-4106-aef8-54b5a5c6c95b_Method">
    <vt:lpwstr>Privileged</vt:lpwstr>
  </property>
  <property fmtid="{D5CDD505-2E9C-101B-9397-08002B2CF9AE}" pid="6" name="MSIP_Label_87ec0614-dc20-4106-aef8-54b5a5c6c95b_Name">
    <vt:lpwstr>Internal Use</vt:lpwstr>
  </property>
  <property fmtid="{D5CDD505-2E9C-101B-9397-08002B2CF9AE}" pid="7" name="MSIP_Label_87ec0614-dc20-4106-aef8-54b5a5c6c95b_SiteId">
    <vt:lpwstr>c6fee078-afdc-4eb1-99e1-a29f1e30d0ff</vt:lpwstr>
  </property>
  <property fmtid="{D5CDD505-2E9C-101B-9397-08002B2CF9AE}" pid="8" name="MSIP_Label_87ec0614-dc20-4106-aef8-54b5a5c6c95b_ActionId">
    <vt:lpwstr>bb87db04-ce4d-4921-8881-9d588b6f6fed</vt:lpwstr>
  </property>
  <property fmtid="{D5CDD505-2E9C-101B-9397-08002B2CF9AE}" pid="9" name="MSIP_Label_87ec0614-dc20-4106-aef8-54b5a5c6c95b_ContentBits">
    <vt:lpwstr>2</vt:lpwstr>
  </property>
  <property fmtid="{D5CDD505-2E9C-101B-9397-08002B2CF9AE}" pid="10" name="MediaServiceImageTags">
    <vt:lpwstr/>
  </property>
</Properties>
</file>